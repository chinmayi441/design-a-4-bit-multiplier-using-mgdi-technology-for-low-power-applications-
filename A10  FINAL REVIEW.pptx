
<file path=[Content_Types].xml><?xml version="1.0" encoding="utf-8"?>
<Types xmlns="http://schemas.openxmlformats.org/package/2006/content-types">
  <Default Extension="fntdata" ContentType="application/x-fontdata"/>
  <Default Extension="jfif" ContentType="image/jpeg"/>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7" r:id="rId2"/>
    <p:sldId id="258" r:id="rId3"/>
    <p:sldId id="259" r:id="rId4"/>
    <p:sldId id="260" r:id="rId5"/>
    <p:sldId id="274" r:id="rId6"/>
    <p:sldId id="275" r:id="rId7"/>
    <p:sldId id="262" r:id="rId8"/>
    <p:sldId id="278" r:id="rId9"/>
    <p:sldId id="265" r:id="rId10"/>
    <p:sldId id="280" r:id="rId11"/>
    <p:sldId id="263" r:id="rId12"/>
    <p:sldId id="279" r:id="rId13"/>
    <p:sldId id="271" r:id="rId14"/>
    <p:sldId id="267" r:id="rId15"/>
    <p:sldId id="272" r:id="rId16"/>
    <p:sldId id="277" r:id="rId17"/>
    <p:sldId id="268" r:id="rId18"/>
    <p:sldId id="281" r:id="rId19"/>
    <p:sldId id="269" r:id="rId20"/>
  </p:sldIdLst>
  <p:sldSz cx="9144000" cy="5143500" type="screen16x9"/>
  <p:notesSz cx="6858000" cy="9144000"/>
  <p:embeddedFontLst>
    <p:embeddedFont>
      <p:font typeface="Constantia" panose="02030602050306030303" pitchFamily="18" charset="0"/>
      <p:regular r:id="rId22"/>
      <p:bold r:id="rId23"/>
      <p:italic r:id="rId24"/>
      <p:boldItalic r:id="rId25"/>
    </p:embeddedFont>
    <p:embeddedFont>
      <p:font typeface="Hanken Grotesk" panose="020B0604020202020204" charset="0"/>
      <p:regular r:id="rId26"/>
      <p:bold r:id="rId27"/>
      <p:italic r:id="rId28"/>
      <p:boldItalic r:id="rId29"/>
    </p:embeddedFont>
    <p:embeddedFont>
      <p:font typeface="Poppins" panose="00000500000000000000" pitchFamily="2" charset="0"/>
      <p:regular r:id="rId30"/>
      <p:bold r:id="rId31"/>
      <p:italic r:id="rId32"/>
      <p:boldItalic r:id="rId33"/>
    </p:embeddedFont>
    <p:embeddedFont>
      <p:font typeface="Tw Cen MT" panose="020B0602020104020603" pitchFamily="34" charset="0"/>
      <p:regular r:id="rId34"/>
      <p:bold r:id="rId35"/>
      <p:italic r:id="rId36"/>
      <p:boldItalic r:id="rId37"/>
    </p:embeddedFont>
  </p:embeddedFontLst>
  <p:defaultTextStyle>
    <a:defPPr lvl="0">
      <a:defRPr lang="en-US"/>
    </a:defPPr>
    <a:lvl1pPr marL="0" lvl="0" algn="l" defTabSz="457200" rtl="0" eaLnBrk="1" latinLnBrk="0" hangingPunct="1">
      <a:defRPr sz="1800" kern="1200">
        <a:solidFill>
          <a:schemeClr val="tx1"/>
        </a:solidFill>
        <a:latin typeface="+mn-lt"/>
        <a:ea typeface="+mn-ea"/>
        <a:cs typeface="+mn-cs"/>
      </a:defRPr>
    </a:lvl1pPr>
    <a:lvl2pPr marL="457200" lvl="1" algn="l" defTabSz="457200" rtl="0" eaLnBrk="1" latinLnBrk="0" hangingPunct="1">
      <a:defRPr sz="1800" kern="1200">
        <a:solidFill>
          <a:schemeClr val="tx1"/>
        </a:solidFill>
        <a:latin typeface="+mn-lt"/>
        <a:ea typeface="+mn-ea"/>
        <a:cs typeface="+mn-cs"/>
      </a:defRPr>
    </a:lvl2pPr>
    <a:lvl3pPr marL="914400" lvl="2" algn="l" defTabSz="457200" rtl="0" eaLnBrk="1" latinLnBrk="0" hangingPunct="1">
      <a:defRPr sz="1800" kern="1200">
        <a:solidFill>
          <a:schemeClr val="tx1"/>
        </a:solidFill>
        <a:latin typeface="+mn-lt"/>
        <a:ea typeface="+mn-ea"/>
        <a:cs typeface="+mn-cs"/>
      </a:defRPr>
    </a:lvl3pPr>
    <a:lvl4pPr marL="1371600" lvl="3" algn="l" defTabSz="457200" rtl="0" eaLnBrk="1" latinLnBrk="0" hangingPunct="1">
      <a:defRPr sz="1800" kern="1200">
        <a:solidFill>
          <a:schemeClr val="tx1"/>
        </a:solidFill>
        <a:latin typeface="+mn-lt"/>
        <a:ea typeface="+mn-ea"/>
        <a:cs typeface="+mn-cs"/>
      </a:defRPr>
    </a:lvl4pPr>
    <a:lvl5pPr marL="1828800" lvl="4" algn="l" defTabSz="457200" rtl="0" eaLnBrk="1" latinLnBrk="0" hangingPunct="1">
      <a:defRPr sz="1800" kern="1200">
        <a:solidFill>
          <a:schemeClr val="tx1"/>
        </a:solidFill>
        <a:latin typeface="+mn-lt"/>
        <a:ea typeface="+mn-ea"/>
        <a:cs typeface="+mn-cs"/>
      </a:defRPr>
    </a:lvl5pPr>
    <a:lvl6pPr marL="2286000" lvl="5" algn="l" defTabSz="457200" rtl="0" eaLnBrk="1" latinLnBrk="0" hangingPunct="1">
      <a:defRPr sz="1800" kern="1200">
        <a:solidFill>
          <a:schemeClr val="tx1"/>
        </a:solidFill>
        <a:latin typeface="+mn-lt"/>
        <a:ea typeface="+mn-ea"/>
        <a:cs typeface="+mn-cs"/>
      </a:defRPr>
    </a:lvl6pPr>
    <a:lvl7pPr marL="2743200" lvl="6" algn="l" defTabSz="457200" rtl="0" eaLnBrk="1" latinLnBrk="0" hangingPunct="1">
      <a:defRPr sz="1800" kern="1200">
        <a:solidFill>
          <a:schemeClr val="tx1"/>
        </a:solidFill>
        <a:latin typeface="+mn-lt"/>
        <a:ea typeface="+mn-ea"/>
        <a:cs typeface="+mn-cs"/>
      </a:defRPr>
    </a:lvl7pPr>
    <a:lvl8pPr marL="3200400" lvl="7" algn="l" defTabSz="457200" rtl="0" eaLnBrk="1" latinLnBrk="0" hangingPunct="1">
      <a:defRPr sz="1800" kern="1200">
        <a:solidFill>
          <a:schemeClr val="tx1"/>
        </a:solidFill>
        <a:latin typeface="+mn-lt"/>
        <a:ea typeface="+mn-ea"/>
        <a:cs typeface="+mn-cs"/>
      </a:defRPr>
    </a:lvl8pPr>
    <a:lvl9pPr marL="3657600" lvl="8"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21B3A06-F575-477E-A583-774D3D4C215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123" autoAdjust="0"/>
    <p:restoredTop sz="94660"/>
  </p:normalViewPr>
  <p:slideViewPr>
    <p:cSldViewPr snapToGrid="0">
      <p:cViewPr varScale="1">
        <p:scale>
          <a:sx n="73" d="100"/>
          <a:sy n="73" d="100"/>
        </p:scale>
        <p:origin x="676" y="4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font" Target="fonts/font1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1048841"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8842"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60121724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1048732" name="Google Shape;286;g2768ca7ef44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733" name="Google Shape;287;g2768ca7ef44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1048743" name="Google Shape;292;g133f6155f6d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744" name="Google Shape;293;g133f6155f6d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5270815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177780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0"/>
        <p:cNvGrpSpPr/>
        <p:nvPr/>
      </p:nvGrpSpPr>
      <p:grpSpPr>
        <a:xfrm>
          <a:off x="0" y="0"/>
          <a:ext cx="0" cy="0"/>
          <a:chOff x="0" y="0"/>
          <a:chExt cx="0" cy="0"/>
        </a:xfrm>
      </p:grpSpPr>
      <p:sp>
        <p:nvSpPr>
          <p:cNvPr id="1048754" name="Google Shape;411;g2161ca7da69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8755" name="Google Shape;412;g2161ca7da69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2097159" name="Picture 2" descr="\\DROBO-FS\QuickDrops\JB\PPTX NG\Droplets\LightingOverlay.png"/>
          <p:cNvPicPr>
            <a:picLocks noChangeAspect="1" noChangeArrowheads="1"/>
          </p:cNvPicPr>
          <p:nvPr/>
        </p:nvPicPr>
        <p:blipFill>
          <a:blip r:embed="rId2">
            <a:alphaModFix amt="30000"/>
          </a:blip>
          <a:srcRect/>
          <a:stretch>
            <a:fillRect/>
          </a:stretch>
        </p:blipFill>
        <p:spPr bwMode="auto">
          <a:xfrm>
            <a:off x="1" y="-1"/>
            <a:ext cx="9144003" cy="5143501"/>
          </a:xfrm>
          <a:prstGeom prst="rect">
            <a:avLst/>
          </a:prstGeom>
          <a:noFill/>
        </p:spPr>
      </p:pic>
      <p:grpSp>
        <p:nvGrpSpPr>
          <p:cNvPr id="53" name="Group 10"/>
          <p:cNvGrpSpPr/>
          <p:nvPr/>
        </p:nvGrpSpPr>
        <p:grpSpPr>
          <a:xfrm>
            <a:off x="1" y="0"/>
            <a:ext cx="1728789" cy="5143501"/>
            <a:chOff x="0" y="0"/>
            <a:chExt cx="2305051" cy="6858001"/>
          </a:xfrm>
          <a:gradFill flip="none" rotWithShape="1">
            <a:gsLst>
              <a:gs pos="0">
                <a:schemeClr val="tx2"/>
              </a:gs>
              <a:gs pos="100000">
                <a:schemeClr val="bg2">
                  <a:lumMod val="60000"/>
                  <a:lumOff val="40000"/>
                </a:schemeClr>
              </a:gs>
            </a:gsLst>
            <a:lin ang="5400000" scaled="0"/>
          </a:gradFill>
        </p:grpSpPr>
        <p:sp>
          <p:nvSpPr>
            <p:cNvPr id="1048668" name="Rectangle 5"/>
            <p:cNvSpPr>
              <a:spLocks noChangeArrowheads="1"/>
            </p:cNvSpPr>
            <p:nvPr/>
          </p:nvSpPr>
          <p:spPr bwMode="auto">
            <a:xfrm>
              <a:off x="1209675" y="4763"/>
              <a:ext cx="23813" cy="2181225"/>
            </a:xfrm>
            <a:prstGeom prst="rect">
              <a:avLst/>
            </a:prstGeom>
            <a:grpFill/>
            <a:ln>
              <a:noFill/>
            </a:ln>
          </p:spPr>
          <p:txBody>
            <a:bodyPr/>
            <a:lstStyle/>
            <a:p>
              <a:endParaRPr lang="en-IN"/>
            </a:p>
          </p:txBody>
        </p:sp>
        <p:sp>
          <p:nvSpPr>
            <p:cNvPr id="1048669"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txBody>
            <a:bodyPr/>
            <a:lstStyle/>
            <a:p>
              <a:endParaRPr lang="en-IN"/>
            </a:p>
          </p:txBody>
        </p:sp>
        <p:sp>
          <p:nvSpPr>
            <p:cNvPr id="1048670"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671" name="Rectangle 8"/>
            <p:cNvSpPr>
              <a:spLocks noChangeArrowheads="1"/>
            </p:cNvSpPr>
            <p:nvPr/>
          </p:nvSpPr>
          <p:spPr bwMode="auto">
            <a:xfrm>
              <a:off x="414338" y="9525"/>
              <a:ext cx="28575" cy="4481513"/>
            </a:xfrm>
            <a:prstGeom prst="rect">
              <a:avLst/>
            </a:prstGeom>
            <a:grpFill/>
            <a:ln>
              <a:noFill/>
            </a:ln>
          </p:spPr>
          <p:txBody>
            <a:bodyPr/>
            <a:lstStyle/>
            <a:p>
              <a:endParaRPr lang="en-IN"/>
            </a:p>
          </p:txBody>
        </p:sp>
        <p:sp>
          <p:nvSpPr>
            <p:cNvPr id="1048672"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673"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p:spPr>
          <p:txBody>
            <a:bodyPr/>
            <a:lstStyle/>
            <a:p>
              <a:endParaRPr lang="en-IN"/>
            </a:p>
          </p:txBody>
        </p:sp>
        <p:sp>
          <p:nvSpPr>
            <p:cNvPr id="1048674"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p:spPr>
          <p:txBody>
            <a:bodyPr/>
            <a:lstStyle/>
            <a:p>
              <a:endParaRPr lang="en-IN"/>
            </a:p>
          </p:txBody>
        </p:sp>
        <p:sp>
          <p:nvSpPr>
            <p:cNvPr id="1048675"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txBody>
            <a:bodyPr/>
            <a:lstStyle/>
            <a:p>
              <a:endParaRPr lang="en-IN"/>
            </a:p>
          </p:txBody>
        </p:sp>
        <p:sp>
          <p:nvSpPr>
            <p:cNvPr id="1048676"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p:spPr>
          <p:txBody>
            <a:bodyPr/>
            <a:lstStyle/>
            <a:p>
              <a:endParaRPr lang="en-IN"/>
            </a:p>
          </p:txBody>
        </p:sp>
        <p:sp>
          <p:nvSpPr>
            <p:cNvPr id="1048677"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txBody>
            <a:bodyPr/>
            <a:lstStyle/>
            <a:p>
              <a:endParaRPr lang="en-IN"/>
            </a:p>
          </p:txBody>
        </p:sp>
        <p:sp>
          <p:nvSpPr>
            <p:cNvPr id="1048678"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679"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680"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p:spPr>
          <p:txBody>
            <a:bodyPr/>
            <a:lstStyle/>
            <a:p>
              <a:endParaRPr lang="en-IN"/>
            </a:p>
          </p:txBody>
        </p:sp>
        <p:sp>
          <p:nvSpPr>
            <p:cNvPr id="1048681"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txBody>
            <a:bodyPr/>
            <a:lstStyle/>
            <a:p>
              <a:endParaRPr lang="en-IN"/>
            </a:p>
          </p:txBody>
        </p:sp>
        <p:sp>
          <p:nvSpPr>
            <p:cNvPr id="1048682"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p:spPr>
          <p:txBody>
            <a:bodyPr/>
            <a:lstStyle/>
            <a:p>
              <a:endParaRPr lang="en-IN"/>
            </a:p>
          </p:txBody>
        </p:sp>
        <p:sp>
          <p:nvSpPr>
            <p:cNvPr id="1048683"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p:spPr>
          <p:txBody>
            <a:bodyPr/>
            <a:lstStyle/>
            <a:p>
              <a:endParaRPr lang="en-IN"/>
            </a:p>
          </p:txBody>
        </p:sp>
        <p:sp>
          <p:nvSpPr>
            <p:cNvPr id="1048684"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txBody>
            <a:bodyPr/>
            <a:lstStyle/>
            <a:p>
              <a:endParaRPr lang="en-IN"/>
            </a:p>
          </p:txBody>
        </p:sp>
        <p:sp>
          <p:nvSpPr>
            <p:cNvPr id="1048685"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p:spPr>
          <p:txBody>
            <a:bodyPr/>
            <a:lstStyle/>
            <a:p>
              <a:endParaRPr lang="en-IN"/>
            </a:p>
          </p:txBody>
        </p:sp>
        <p:sp>
          <p:nvSpPr>
            <p:cNvPr id="1048686"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p:spPr>
          <p:txBody>
            <a:bodyPr/>
            <a:lstStyle/>
            <a:p>
              <a:endParaRPr lang="en-IN"/>
            </a:p>
          </p:txBody>
        </p:sp>
        <p:sp>
          <p:nvSpPr>
            <p:cNvPr id="1048687"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p:spPr>
          <p:txBody>
            <a:bodyPr/>
            <a:lstStyle/>
            <a:p>
              <a:endParaRPr lang="en-IN"/>
            </a:p>
          </p:txBody>
        </p:sp>
        <p:sp>
          <p:nvSpPr>
            <p:cNvPr id="1048688"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p:spPr>
          <p:txBody>
            <a:bodyPr/>
            <a:lstStyle/>
            <a:p>
              <a:endParaRPr lang="en-IN"/>
            </a:p>
          </p:txBody>
        </p:sp>
        <p:sp>
          <p:nvSpPr>
            <p:cNvPr id="1048689"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txBody>
            <a:bodyPr/>
            <a:lstStyle/>
            <a:p>
              <a:endParaRPr lang="en-IN"/>
            </a:p>
          </p:txBody>
        </p:sp>
        <p:sp>
          <p:nvSpPr>
            <p:cNvPr id="1048690"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p:spPr>
          <p:txBody>
            <a:bodyPr/>
            <a:lstStyle/>
            <a:p>
              <a:endParaRPr lang="en-IN"/>
            </a:p>
          </p:txBody>
        </p:sp>
        <p:sp>
          <p:nvSpPr>
            <p:cNvPr id="1048691"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txBody>
            <a:bodyPr/>
            <a:lstStyle/>
            <a:p>
              <a:endParaRPr lang="en-IN"/>
            </a:p>
          </p:txBody>
        </p:sp>
        <p:sp>
          <p:nvSpPr>
            <p:cNvPr id="1048692"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p:spPr>
          <p:txBody>
            <a:bodyPr/>
            <a:lstStyle/>
            <a:p>
              <a:endParaRPr lang="en-IN"/>
            </a:p>
          </p:txBody>
        </p:sp>
        <p:sp>
          <p:nvSpPr>
            <p:cNvPr id="1048693"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694"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p:spPr>
          <p:txBody>
            <a:bodyPr/>
            <a:lstStyle/>
            <a:p>
              <a:endParaRPr lang="en-IN"/>
            </a:p>
          </p:txBody>
        </p:sp>
        <p:sp>
          <p:nvSpPr>
            <p:cNvPr id="1048695"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696" name="Rectangle 33"/>
            <p:cNvSpPr>
              <a:spLocks noChangeArrowheads="1"/>
            </p:cNvSpPr>
            <p:nvPr/>
          </p:nvSpPr>
          <p:spPr bwMode="auto">
            <a:xfrm>
              <a:off x="642938" y="6610350"/>
              <a:ext cx="23813" cy="242888"/>
            </a:xfrm>
            <a:prstGeom prst="rect">
              <a:avLst/>
            </a:prstGeom>
            <a:grpFill/>
            <a:ln>
              <a:noFill/>
            </a:ln>
          </p:spPr>
          <p:txBody>
            <a:bodyPr/>
            <a:lstStyle/>
            <a:p>
              <a:endParaRPr lang="en-IN"/>
            </a:p>
          </p:txBody>
        </p:sp>
        <p:sp>
          <p:nvSpPr>
            <p:cNvPr id="1048697"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698"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p:spPr>
          <p:txBody>
            <a:bodyPr/>
            <a:lstStyle/>
            <a:p>
              <a:endParaRPr lang="en-IN"/>
            </a:p>
          </p:txBody>
        </p:sp>
        <p:sp>
          <p:nvSpPr>
            <p:cNvPr id="1048699"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p:spPr>
          <p:txBody>
            <a:bodyPr/>
            <a:lstStyle/>
            <a:p>
              <a:endParaRPr lang="en-IN"/>
            </a:p>
          </p:txBody>
        </p:sp>
        <p:sp>
          <p:nvSpPr>
            <p:cNvPr id="1048700"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p:spPr>
          <p:txBody>
            <a:bodyPr/>
            <a:lstStyle/>
            <a:p>
              <a:endParaRPr lang="en-IN"/>
            </a:p>
          </p:txBody>
        </p:sp>
        <p:sp>
          <p:nvSpPr>
            <p:cNvPr id="1048701"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p:spPr>
          <p:txBody>
            <a:bodyPr/>
            <a:lstStyle/>
            <a:p>
              <a:endParaRPr lang="en-IN"/>
            </a:p>
          </p:txBody>
        </p:sp>
        <p:sp>
          <p:nvSpPr>
            <p:cNvPr id="1048702"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txBody>
            <a:bodyPr/>
            <a:lstStyle/>
            <a:p>
              <a:endParaRPr lang="en-IN"/>
            </a:p>
          </p:txBody>
        </p:sp>
        <p:sp>
          <p:nvSpPr>
            <p:cNvPr id="1048703"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txBody>
            <a:bodyPr/>
            <a:lstStyle/>
            <a:p>
              <a:endParaRPr lang="en-IN"/>
            </a:p>
          </p:txBody>
        </p:sp>
        <p:sp>
          <p:nvSpPr>
            <p:cNvPr id="1048704"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p:spPr>
          <p:txBody>
            <a:bodyPr/>
            <a:lstStyle/>
            <a:p>
              <a:endParaRPr lang="en-IN"/>
            </a:p>
          </p:txBody>
        </p:sp>
        <p:sp>
          <p:nvSpPr>
            <p:cNvPr id="1048705"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p:spPr>
          <p:txBody>
            <a:bodyPr/>
            <a:lstStyle/>
            <a:p>
              <a:endParaRPr lang="en-IN"/>
            </a:p>
          </p:txBody>
        </p:sp>
        <p:sp>
          <p:nvSpPr>
            <p:cNvPr id="1048706"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p:spPr>
          <p:txBody>
            <a:bodyPr/>
            <a:lstStyle/>
            <a:p>
              <a:endParaRPr lang="en-IN"/>
            </a:p>
          </p:txBody>
        </p:sp>
        <p:sp>
          <p:nvSpPr>
            <p:cNvPr id="1048707"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p:spPr>
          <p:txBody>
            <a:bodyPr/>
            <a:lstStyle/>
            <a:p>
              <a:endParaRPr lang="en-IN"/>
            </a:p>
          </p:txBody>
        </p:sp>
        <p:sp>
          <p:nvSpPr>
            <p:cNvPr id="1048708" name="Rectangle 45"/>
            <p:cNvSpPr>
              <a:spLocks noChangeArrowheads="1"/>
            </p:cNvSpPr>
            <p:nvPr/>
          </p:nvSpPr>
          <p:spPr bwMode="auto">
            <a:xfrm>
              <a:off x="1228725" y="4662488"/>
              <a:ext cx="23813" cy="2181225"/>
            </a:xfrm>
            <a:prstGeom prst="rect">
              <a:avLst/>
            </a:prstGeom>
            <a:grpFill/>
            <a:ln>
              <a:noFill/>
            </a:ln>
          </p:spPr>
          <p:txBody>
            <a:bodyPr/>
            <a:lstStyle/>
            <a:p>
              <a:endParaRPr lang="en-IN"/>
            </a:p>
          </p:txBody>
        </p:sp>
        <p:sp>
          <p:nvSpPr>
            <p:cNvPr id="1048709"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p:spPr>
          <p:txBody>
            <a:bodyPr/>
            <a:lstStyle/>
            <a:p>
              <a:endParaRPr lang="en-IN"/>
            </a:p>
          </p:txBody>
        </p:sp>
        <p:sp>
          <p:nvSpPr>
            <p:cNvPr id="1048710"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txBody>
            <a:bodyPr/>
            <a:lstStyle/>
            <a:p>
              <a:endParaRPr lang="en-IN"/>
            </a:p>
          </p:txBody>
        </p:sp>
        <p:sp>
          <p:nvSpPr>
            <p:cNvPr id="1048711"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p:spPr>
          <p:txBody>
            <a:bodyPr/>
            <a:lstStyle/>
            <a:p>
              <a:endParaRPr lang="en-IN"/>
            </a:p>
          </p:txBody>
        </p:sp>
        <p:sp>
          <p:nvSpPr>
            <p:cNvPr id="1048712"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p:spPr>
          <p:txBody>
            <a:bodyPr/>
            <a:lstStyle/>
            <a:p>
              <a:endParaRPr lang="en-IN"/>
            </a:p>
          </p:txBody>
        </p:sp>
        <p:sp>
          <p:nvSpPr>
            <p:cNvPr id="1048713"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txBody>
            <a:bodyPr/>
            <a:lstStyle/>
            <a:p>
              <a:endParaRPr lang="en-IN"/>
            </a:p>
          </p:txBody>
        </p:sp>
        <p:sp>
          <p:nvSpPr>
            <p:cNvPr id="1048714"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p:spPr>
          <p:txBody>
            <a:bodyPr/>
            <a:lstStyle/>
            <a:p>
              <a:endParaRPr lang="en-IN"/>
            </a:p>
          </p:txBody>
        </p:sp>
        <p:sp>
          <p:nvSpPr>
            <p:cNvPr id="1048715"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txBody>
            <a:bodyPr/>
            <a:lstStyle/>
            <a:p>
              <a:endParaRPr lang="en-IN"/>
            </a:p>
          </p:txBody>
        </p:sp>
        <p:sp>
          <p:nvSpPr>
            <p:cNvPr id="1048716"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717"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718"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p:spPr>
          <p:txBody>
            <a:bodyPr/>
            <a:lstStyle/>
            <a:p>
              <a:endParaRPr lang="en-IN"/>
            </a:p>
          </p:txBody>
        </p:sp>
        <p:sp>
          <p:nvSpPr>
            <p:cNvPr id="1048719"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txBody>
            <a:bodyPr/>
            <a:lstStyle/>
            <a:p>
              <a:endParaRPr lang="en-IN"/>
            </a:p>
          </p:txBody>
        </p:sp>
        <p:sp>
          <p:nvSpPr>
            <p:cNvPr id="1048720"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p:spPr>
          <p:txBody>
            <a:bodyPr/>
            <a:lstStyle/>
            <a:p>
              <a:endParaRPr lang="en-IN"/>
            </a:p>
          </p:txBody>
        </p:sp>
        <p:sp>
          <p:nvSpPr>
            <p:cNvPr id="1048721"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p:spPr>
          <p:txBody>
            <a:bodyPr/>
            <a:lstStyle/>
            <a:p>
              <a:endParaRPr lang="en-IN"/>
            </a:p>
          </p:txBody>
        </p:sp>
      </p:grpSp>
      <p:sp>
        <p:nvSpPr>
          <p:cNvPr id="1048722" name="Title 1"/>
          <p:cNvSpPr>
            <a:spLocks noGrp="1"/>
          </p:cNvSpPr>
          <p:nvPr>
            <p:ph type="ctrTitle"/>
          </p:nvPr>
        </p:nvSpPr>
        <p:spPr>
          <a:xfrm>
            <a:off x="1407318" y="841773"/>
            <a:ext cx="6593682" cy="1790700"/>
          </a:xfrm>
        </p:spPr>
        <p:txBody>
          <a:bodyPr anchor="b">
            <a:normAutofit/>
          </a:bodyPr>
          <a:lstStyle>
            <a:lvl1pPr algn="l">
              <a:defRPr sz="3600"/>
            </a:lvl1pPr>
          </a:lstStyle>
          <a:p>
            <a:r>
              <a:rPr lang="en-US"/>
              <a:t>Click to edit Master title style</a:t>
            </a:r>
          </a:p>
        </p:txBody>
      </p:sp>
      <p:sp>
        <p:nvSpPr>
          <p:cNvPr id="1048723" name="Subtitle 2"/>
          <p:cNvSpPr>
            <a:spLocks noGrp="1"/>
          </p:cNvSpPr>
          <p:nvPr>
            <p:ph type="subTitle" idx="1"/>
          </p:nvPr>
        </p:nvSpPr>
        <p:spPr>
          <a:xfrm>
            <a:off x="1407318" y="2701529"/>
            <a:ext cx="6593682" cy="1241822"/>
          </a:xfrm>
        </p:spPr>
        <p:txBody>
          <a:bodyPr>
            <a:normAutofit/>
          </a:bodyPr>
          <a:lstStyle>
            <a:lvl1pPr marL="0" indent="0" algn="l">
              <a:buNone/>
              <a:defRPr sz="1500" cap="all" baseline="0">
                <a:solidFill>
                  <a:schemeClr val="tx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1048724" name="Date Placeholder 3"/>
          <p:cNvSpPr>
            <a:spLocks noGrp="1"/>
          </p:cNvSpPr>
          <p:nvPr>
            <p:ph type="dt" sz="half" idx="10"/>
          </p:nvPr>
        </p:nvSpPr>
        <p:spPr>
          <a:xfrm>
            <a:off x="5308134" y="4057651"/>
            <a:ext cx="2057400" cy="273844"/>
          </a:xfrm>
        </p:spPr>
        <p:txBody>
          <a:bodyPr/>
          <a:lstStyle/>
          <a:p>
            <a:fld id="{1D8BD707-D9CF-40AE-B4C6-C98DA3205C09}" type="datetimeFigureOut">
              <a:rPr lang="en-US" smtClean="0"/>
              <a:t>4/8/2026</a:t>
            </a:fld>
            <a:endParaRPr lang="en-US"/>
          </a:p>
        </p:txBody>
      </p:sp>
      <p:sp>
        <p:nvSpPr>
          <p:cNvPr id="1048725" name="Footer Placeholder 4"/>
          <p:cNvSpPr>
            <a:spLocks noGrp="1"/>
          </p:cNvSpPr>
          <p:nvPr>
            <p:ph type="ftr" sz="quarter" idx="11"/>
          </p:nvPr>
        </p:nvSpPr>
        <p:spPr>
          <a:xfrm>
            <a:off x="1407318" y="4057651"/>
            <a:ext cx="3843665" cy="273844"/>
          </a:xfrm>
        </p:spPr>
        <p:txBody>
          <a:bodyPr/>
          <a:lstStyle/>
          <a:p>
            <a:endParaRPr lang="en-US"/>
          </a:p>
        </p:txBody>
      </p:sp>
      <p:sp>
        <p:nvSpPr>
          <p:cNvPr id="1048726" name="Slide Number Placeholder 5"/>
          <p:cNvSpPr>
            <a:spLocks noGrp="1"/>
          </p:cNvSpPr>
          <p:nvPr>
            <p:ph type="sldNum" sz="quarter" idx="12"/>
          </p:nvPr>
        </p:nvSpPr>
        <p:spPr>
          <a:xfrm>
            <a:off x="7422684" y="4057650"/>
            <a:ext cx="578317" cy="273844"/>
          </a:xfrm>
        </p:spPr>
        <p:txBody>
          <a:bodyPr/>
          <a:lstStyle/>
          <a:p>
            <a:fld id="{B6F15528-21DE-4FAA-801E-634DDDAF4B2B}" type="slidenum">
              <a:rPr lang="en-US" smtClean="0"/>
              <a:t>‹#›</a:t>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634" name="Title 1"/>
          <p:cNvSpPr>
            <a:spLocks noGrp="1"/>
          </p:cNvSpPr>
          <p:nvPr>
            <p:ph type="title"/>
          </p:nvPr>
        </p:nvSpPr>
        <p:spPr/>
        <p:txBody>
          <a:bodyPr/>
          <a:lstStyle/>
          <a:p>
            <a:r>
              <a:rPr lang="en-US"/>
              <a:t>Click to edit Master title style</a:t>
            </a:r>
          </a:p>
        </p:txBody>
      </p:sp>
      <p:sp>
        <p:nvSpPr>
          <p:cNvPr id="1048635"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36" name="Date Placeholder 3"/>
          <p:cNvSpPr>
            <a:spLocks noGrp="1"/>
          </p:cNvSpPr>
          <p:nvPr>
            <p:ph type="dt" sz="half" idx="10"/>
          </p:nvPr>
        </p:nvSpPr>
        <p:spPr/>
        <p:txBody>
          <a:bodyPr/>
          <a:lstStyle/>
          <a:p>
            <a:fld id="{1D8BD707-D9CF-40AE-B4C6-C98DA3205C09}" type="datetimeFigureOut">
              <a:rPr lang="en-US" smtClean="0"/>
              <a:t>4/8/2026</a:t>
            </a:fld>
            <a:endParaRPr lang="en-US"/>
          </a:p>
        </p:txBody>
      </p:sp>
      <p:sp>
        <p:nvSpPr>
          <p:cNvPr id="1048637" name="Footer Placeholder 4"/>
          <p:cNvSpPr>
            <a:spLocks noGrp="1"/>
          </p:cNvSpPr>
          <p:nvPr>
            <p:ph type="ftr" sz="quarter" idx="11"/>
          </p:nvPr>
        </p:nvSpPr>
        <p:spPr/>
        <p:txBody>
          <a:bodyPr/>
          <a:lstStyle/>
          <a:p>
            <a:endParaRPr lang="en-US"/>
          </a:p>
        </p:txBody>
      </p:sp>
      <p:sp>
        <p:nvSpPr>
          <p:cNvPr id="1048638"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85" name="Title 1"/>
          <p:cNvSpPr>
            <a:spLocks noGrp="1"/>
          </p:cNvSpPr>
          <p:nvPr>
            <p:ph type="title"/>
          </p:nvPr>
        </p:nvSpPr>
        <p:spPr>
          <a:xfrm>
            <a:off x="856059" y="1064420"/>
            <a:ext cx="7429500" cy="2139553"/>
          </a:xfrm>
        </p:spPr>
        <p:txBody>
          <a:bodyPr anchor="b">
            <a:normAutofit/>
          </a:bodyPr>
          <a:lstStyle>
            <a:lvl1pPr>
              <a:defRPr sz="2700"/>
            </a:lvl1pPr>
          </a:lstStyle>
          <a:p>
            <a:r>
              <a:rPr lang="en-US"/>
              <a:t>Click to edit Master title style</a:t>
            </a:r>
          </a:p>
        </p:txBody>
      </p:sp>
      <p:sp>
        <p:nvSpPr>
          <p:cNvPr id="1048786" name="Text Placeholder 2"/>
          <p:cNvSpPr>
            <a:spLocks noGrp="1"/>
          </p:cNvSpPr>
          <p:nvPr>
            <p:ph type="body" idx="1"/>
          </p:nvPr>
        </p:nvSpPr>
        <p:spPr>
          <a:xfrm>
            <a:off x="856059" y="3318272"/>
            <a:ext cx="7429500" cy="1031082"/>
          </a:xfrm>
        </p:spPr>
        <p:txBody>
          <a:bodyPr>
            <a:normAutofit/>
          </a:bodyPr>
          <a:lstStyle>
            <a:lvl1pPr marL="0" indent="0">
              <a:buNone/>
              <a:defRPr sz="1350" cap="all" baseline="0">
                <a:solidFill>
                  <a:schemeClr val="tx1">
                    <a:tint val="75000"/>
                  </a:schemeClr>
                </a:solidFill>
              </a:defRPr>
            </a:lvl1pPr>
            <a:lvl2pPr marL="342900" indent="0">
              <a:buNone/>
              <a:defRPr sz="135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1048787" name="Date Placeholder 3"/>
          <p:cNvSpPr>
            <a:spLocks noGrp="1"/>
          </p:cNvSpPr>
          <p:nvPr>
            <p:ph type="dt" sz="half" idx="10"/>
          </p:nvPr>
        </p:nvSpPr>
        <p:spPr/>
        <p:txBody>
          <a:bodyPr/>
          <a:lstStyle/>
          <a:p>
            <a:fld id="{1D8BD707-D9CF-40AE-B4C6-C98DA3205C09}" type="datetimeFigureOut">
              <a:rPr lang="en-US" smtClean="0"/>
              <a:t>4/8/2026</a:t>
            </a:fld>
            <a:endParaRPr lang="en-US"/>
          </a:p>
        </p:txBody>
      </p:sp>
      <p:sp>
        <p:nvSpPr>
          <p:cNvPr id="1048788" name="Footer Placeholder 4"/>
          <p:cNvSpPr>
            <a:spLocks noGrp="1"/>
          </p:cNvSpPr>
          <p:nvPr>
            <p:ph type="ftr" sz="quarter" idx="11"/>
          </p:nvPr>
        </p:nvSpPr>
        <p:spPr/>
        <p:txBody>
          <a:bodyPr/>
          <a:lstStyle/>
          <a:p>
            <a:endParaRPr lang="en-US"/>
          </a:p>
        </p:txBody>
      </p:sp>
      <p:sp>
        <p:nvSpPr>
          <p:cNvPr id="1048789"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21" name="Title 1"/>
          <p:cNvSpPr>
            <a:spLocks noGrp="1"/>
          </p:cNvSpPr>
          <p:nvPr>
            <p:ph type="title"/>
          </p:nvPr>
        </p:nvSpPr>
        <p:spPr/>
        <p:txBody>
          <a:bodyPr/>
          <a:lstStyle/>
          <a:p>
            <a:r>
              <a:rPr lang="en-US"/>
              <a:t>Click to edit Master title style</a:t>
            </a:r>
          </a:p>
        </p:txBody>
      </p:sp>
      <p:sp>
        <p:nvSpPr>
          <p:cNvPr id="1048622" name="Content Placeholder 2"/>
          <p:cNvSpPr>
            <a:spLocks noGrp="1"/>
          </p:cNvSpPr>
          <p:nvPr>
            <p:ph sz="half" idx="1"/>
          </p:nvPr>
        </p:nvSpPr>
        <p:spPr>
          <a:xfrm>
            <a:off x="856058" y="1687115"/>
            <a:ext cx="3658792" cy="26562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3" name="Content Placeholder 3"/>
          <p:cNvSpPr>
            <a:spLocks noGrp="1"/>
          </p:cNvSpPr>
          <p:nvPr>
            <p:ph sz="half" idx="2"/>
          </p:nvPr>
        </p:nvSpPr>
        <p:spPr>
          <a:xfrm>
            <a:off x="4629151" y="1687115"/>
            <a:ext cx="3656409" cy="26562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24" name="Date Placeholder 4"/>
          <p:cNvSpPr>
            <a:spLocks noGrp="1"/>
          </p:cNvSpPr>
          <p:nvPr>
            <p:ph type="dt" sz="half" idx="10"/>
          </p:nvPr>
        </p:nvSpPr>
        <p:spPr/>
        <p:txBody>
          <a:bodyPr/>
          <a:lstStyle/>
          <a:p>
            <a:fld id="{1D8BD707-D9CF-40AE-B4C6-C98DA3205C09}" type="datetimeFigureOut">
              <a:rPr lang="en-US" smtClean="0"/>
              <a:t>4/8/2026</a:t>
            </a:fld>
            <a:endParaRPr lang="en-US"/>
          </a:p>
        </p:txBody>
      </p:sp>
      <p:sp>
        <p:nvSpPr>
          <p:cNvPr id="1048625" name="Footer Placeholder 5"/>
          <p:cNvSpPr>
            <a:spLocks noGrp="1"/>
          </p:cNvSpPr>
          <p:nvPr>
            <p:ph type="ftr" sz="quarter" idx="11"/>
          </p:nvPr>
        </p:nvSpPr>
        <p:spPr/>
        <p:txBody>
          <a:bodyPr/>
          <a:lstStyle/>
          <a:p>
            <a:endParaRPr lang="en-US"/>
          </a:p>
        </p:txBody>
      </p:sp>
      <p:sp>
        <p:nvSpPr>
          <p:cNvPr id="1048626"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90" name="Title 1"/>
          <p:cNvSpPr>
            <a:spLocks noGrp="1"/>
          </p:cNvSpPr>
          <p:nvPr>
            <p:ph type="title"/>
          </p:nvPr>
        </p:nvSpPr>
        <p:spPr>
          <a:xfrm>
            <a:off x="856059" y="464345"/>
            <a:ext cx="7429500" cy="1108471"/>
          </a:xfrm>
        </p:spPr>
        <p:txBody>
          <a:bodyPr/>
          <a:lstStyle/>
          <a:p>
            <a:r>
              <a:rPr lang="en-US"/>
              <a:t>Click to edit Master title style</a:t>
            </a:r>
          </a:p>
        </p:txBody>
      </p:sp>
      <p:sp>
        <p:nvSpPr>
          <p:cNvPr id="1048791" name="Text Placeholder 2"/>
          <p:cNvSpPr>
            <a:spLocks noGrp="1"/>
          </p:cNvSpPr>
          <p:nvPr>
            <p:ph type="body" idx="1"/>
          </p:nvPr>
        </p:nvSpPr>
        <p:spPr>
          <a:xfrm>
            <a:off x="1027515" y="1687115"/>
            <a:ext cx="3487338" cy="617934"/>
          </a:xfrm>
        </p:spPr>
        <p:txBody>
          <a:bodyPr anchor="b"/>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48792" name="Content Placeholder 3"/>
          <p:cNvSpPr>
            <a:spLocks noGrp="1"/>
          </p:cNvSpPr>
          <p:nvPr>
            <p:ph sz="half" idx="2"/>
          </p:nvPr>
        </p:nvSpPr>
        <p:spPr>
          <a:xfrm>
            <a:off x="856058" y="2305048"/>
            <a:ext cx="3658794" cy="2038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3" name="Text Placeholder 4"/>
          <p:cNvSpPr>
            <a:spLocks noGrp="1"/>
          </p:cNvSpPr>
          <p:nvPr>
            <p:ph type="body" sz="quarter" idx="3"/>
          </p:nvPr>
        </p:nvSpPr>
        <p:spPr>
          <a:xfrm>
            <a:off x="4800606" y="1687114"/>
            <a:ext cx="3484952" cy="617934"/>
          </a:xfrm>
        </p:spPr>
        <p:txBody>
          <a:bodyPr anchor="b"/>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48794" name="Content Placeholder 5"/>
          <p:cNvSpPr>
            <a:spLocks noGrp="1"/>
          </p:cNvSpPr>
          <p:nvPr>
            <p:ph sz="quarter" idx="4"/>
          </p:nvPr>
        </p:nvSpPr>
        <p:spPr>
          <a:xfrm>
            <a:off x="4629150" y="2305048"/>
            <a:ext cx="3656408" cy="20383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5" name="Date Placeholder 6"/>
          <p:cNvSpPr>
            <a:spLocks noGrp="1"/>
          </p:cNvSpPr>
          <p:nvPr>
            <p:ph type="dt" sz="half" idx="10"/>
          </p:nvPr>
        </p:nvSpPr>
        <p:spPr/>
        <p:txBody>
          <a:bodyPr/>
          <a:lstStyle/>
          <a:p>
            <a:fld id="{1D8BD707-D9CF-40AE-B4C6-C98DA3205C09}" type="datetimeFigureOut">
              <a:rPr lang="en-US" smtClean="0"/>
              <a:t>4/8/2026</a:t>
            </a:fld>
            <a:endParaRPr lang="en-US"/>
          </a:p>
        </p:txBody>
      </p:sp>
      <p:sp>
        <p:nvSpPr>
          <p:cNvPr id="1048796" name="Footer Placeholder 7"/>
          <p:cNvSpPr>
            <a:spLocks noGrp="1"/>
          </p:cNvSpPr>
          <p:nvPr>
            <p:ph type="ftr" sz="quarter" idx="11"/>
          </p:nvPr>
        </p:nvSpPr>
        <p:spPr/>
        <p:txBody>
          <a:bodyPr/>
          <a:lstStyle/>
          <a:p>
            <a:endParaRPr lang="en-US"/>
          </a:p>
        </p:txBody>
      </p:sp>
      <p:sp>
        <p:nvSpPr>
          <p:cNvPr id="1048797"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37" name="Title 1"/>
          <p:cNvSpPr>
            <a:spLocks noGrp="1"/>
          </p:cNvSpPr>
          <p:nvPr>
            <p:ph type="title"/>
          </p:nvPr>
        </p:nvSpPr>
        <p:spPr/>
        <p:txBody>
          <a:bodyPr/>
          <a:lstStyle/>
          <a:p>
            <a:r>
              <a:rPr lang="en-US"/>
              <a:t>Click to edit Master title style</a:t>
            </a:r>
          </a:p>
        </p:txBody>
      </p:sp>
      <p:sp>
        <p:nvSpPr>
          <p:cNvPr id="1048738" name="Date Placeholder 2"/>
          <p:cNvSpPr>
            <a:spLocks noGrp="1"/>
          </p:cNvSpPr>
          <p:nvPr>
            <p:ph type="dt" sz="half" idx="10"/>
          </p:nvPr>
        </p:nvSpPr>
        <p:spPr/>
        <p:txBody>
          <a:bodyPr/>
          <a:lstStyle/>
          <a:p>
            <a:fld id="{1D8BD707-D9CF-40AE-B4C6-C98DA3205C09}" type="datetimeFigureOut">
              <a:rPr lang="en-US" smtClean="0"/>
              <a:t>4/8/2026</a:t>
            </a:fld>
            <a:endParaRPr lang="en-US"/>
          </a:p>
        </p:txBody>
      </p:sp>
      <p:sp>
        <p:nvSpPr>
          <p:cNvPr id="1048739" name="Footer Placeholder 3"/>
          <p:cNvSpPr>
            <a:spLocks noGrp="1"/>
          </p:cNvSpPr>
          <p:nvPr>
            <p:ph type="ftr" sz="quarter" idx="11"/>
          </p:nvPr>
        </p:nvSpPr>
        <p:spPr/>
        <p:txBody>
          <a:bodyPr/>
          <a:lstStyle/>
          <a:p>
            <a:endParaRPr lang="en-US"/>
          </a:p>
        </p:txBody>
      </p:sp>
      <p:sp>
        <p:nvSpPr>
          <p:cNvPr id="1048740"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98" name="Date Placeholder 1"/>
          <p:cNvSpPr>
            <a:spLocks noGrp="1"/>
          </p:cNvSpPr>
          <p:nvPr>
            <p:ph type="dt" sz="half" idx="10"/>
          </p:nvPr>
        </p:nvSpPr>
        <p:spPr/>
        <p:txBody>
          <a:bodyPr/>
          <a:lstStyle/>
          <a:p>
            <a:fld id="{1D8BD707-D9CF-40AE-B4C6-C98DA3205C09}" type="datetimeFigureOut">
              <a:rPr lang="en-US" smtClean="0"/>
              <a:t>4/8/2026</a:t>
            </a:fld>
            <a:endParaRPr lang="en-US"/>
          </a:p>
        </p:txBody>
      </p:sp>
      <p:sp>
        <p:nvSpPr>
          <p:cNvPr id="1048799" name="Footer Placeholder 2"/>
          <p:cNvSpPr>
            <a:spLocks noGrp="1"/>
          </p:cNvSpPr>
          <p:nvPr>
            <p:ph type="ftr" sz="quarter" idx="11"/>
          </p:nvPr>
        </p:nvSpPr>
        <p:spPr/>
        <p:txBody>
          <a:bodyPr/>
          <a:lstStyle/>
          <a:p>
            <a:endParaRPr lang="en-US"/>
          </a:p>
        </p:txBody>
      </p:sp>
      <p:sp>
        <p:nvSpPr>
          <p:cNvPr id="1048800"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830" name="Title 1"/>
          <p:cNvSpPr>
            <a:spLocks noGrp="1"/>
          </p:cNvSpPr>
          <p:nvPr>
            <p:ph type="title"/>
          </p:nvPr>
        </p:nvSpPr>
        <p:spPr>
          <a:xfrm>
            <a:off x="860029" y="457201"/>
            <a:ext cx="2892028" cy="1229913"/>
          </a:xfrm>
        </p:spPr>
        <p:txBody>
          <a:bodyPr anchor="b"/>
          <a:lstStyle>
            <a:lvl1pPr>
              <a:defRPr sz="2400"/>
            </a:lvl1pPr>
          </a:lstStyle>
          <a:p>
            <a:r>
              <a:rPr lang="en-US"/>
              <a:t>Click to edit Master title style</a:t>
            </a:r>
          </a:p>
        </p:txBody>
      </p:sp>
      <p:sp>
        <p:nvSpPr>
          <p:cNvPr id="1048831" name="Content Placeholder 2"/>
          <p:cNvSpPr>
            <a:spLocks noGrp="1"/>
          </p:cNvSpPr>
          <p:nvPr>
            <p:ph idx="1"/>
          </p:nvPr>
        </p:nvSpPr>
        <p:spPr>
          <a:xfrm>
            <a:off x="3867151" y="444500"/>
            <a:ext cx="4418407" cy="3898901"/>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32" name="Text Placeholder 3"/>
          <p:cNvSpPr>
            <a:spLocks noGrp="1"/>
          </p:cNvSpPr>
          <p:nvPr>
            <p:ph type="body" sz="half" idx="2"/>
          </p:nvPr>
        </p:nvSpPr>
        <p:spPr>
          <a:xfrm>
            <a:off x="860029" y="1687115"/>
            <a:ext cx="2892028" cy="265628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1048833" name="Date Placeholder 4"/>
          <p:cNvSpPr>
            <a:spLocks noGrp="1"/>
          </p:cNvSpPr>
          <p:nvPr>
            <p:ph type="dt" sz="half" idx="10"/>
          </p:nvPr>
        </p:nvSpPr>
        <p:spPr/>
        <p:txBody>
          <a:bodyPr/>
          <a:lstStyle/>
          <a:p>
            <a:fld id="{1D8BD707-D9CF-40AE-B4C6-C98DA3205C09}" type="datetimeFigureOut">
              <a:rPr lang="en-US" smtClean="0"/>
              <a:t>4/8/2026</a:t>
            </a:fld>
            <a:endParaRPr lang="en-US"/>
          </a:p>
        </p:txBody>
      </p:sp>
      <p:sp>
        <p:nvSpPr>
          <p:cNvPr id="1048834" name="Footer Placeholder 5"/>
          <p:cNvSpPr>
            <a:spLocks noGrp="1"/>
          </p:cNvSpPr>
          <p:nvPr>
            <p:ph type="ftr" sz="quarter" idx="11"/>
          </p:nvPr>
        </p:nvSpPr>
        <p:spPr/>
        <p:txBody>
          <a:bodyPr/>
          <a:lstStyle/>
          <a:p>
            <a:endParaRPr lang="en-US"/>
          </a:p>
        </p:txBody>
      </p:sp>
      <p:sp>
        <p:nvSpPr>
          <p:cNvPr id="1048835"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66" name="Title 1"/>
          <p:cNvSpPr>
            <a:spLocks noGrp="1"/>
          </p:cNvSpPr>
          <p:nvPr>
            <p:ph type="title"/>
          </p:nvPr>
        </p:nvSpPr>
        <p:spPr>
          <a:xfrm>
            <a:off x="856060" y="457200"/>
            <a:ext cx="4450881" cy="1229915"/>
          </a:xfrm>
        </p:spPr>
        <p:txBody>
          <a:bodyPr anchor="b"/>
          <a:lstStyle>
            <a:lvl1pPr>
              <a:defRPr sz="2400"/>
            </a:lvl1pPr>
          </a:lstStyle>
          <a:p>
            <a:r>
              <a:rPr lang="en-US"/>
              <a:t>Click to edit Master title style</a:t>
            </a:r>
          </a:p>
        </p:txBody>
      </p:sp>
      <p:sp>
        <p:nvSpPr>
          <p:cNvPr id="1048767" name="Picture Placeholder 2"/>
          <p:cNvSpPr>
            <a:spLocks noGrp="1" noChangeAspect="1"/>
          </p:cNvSpPr>
          <p:nvPr>
            <p:ph type="pic" idx="1"/>
          </p:nvPr>
        </p:nvSpPr>
        <p:spPr>
          <a:xfrm>
            <a:off x="5535541" y="457201"/>
            <a:ext cx="2750018" cy="3886200"/>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1048768" name="Text Placeholder 3"/>
          <p:cNvSpPr>
            <a:spLocks noGrp="1"/>
          </p:cNvSpPr>
          <p:nvPr>
            <p:ph type="body" sz="half" idx="2"/>
          </p:nvPr>
        </p:nvSpPr>
        <p:spPr>
          <a:xfrm>
            <a:off x="856058" y="1687115"/>
            <a:ext cx="4450884" cy="2656286"/>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1048769" name="Date Placeholder 4"/>
          <p:cNvSpPr>
            <a:spLocks noGrp="1"/>
          </p:cNvSpPr>
          <p:nvPr>
            <p:ph type="dt" sz="half" idx="10"/>
          </p:nvPr>
        </p:nvSpPr>
        <p:spPr/>
        <p:txBody>
          <a:bodyPr/>
          <a:lstStyle/>
          <a:p>
            <a:fld id="{1D8BD707-D9CF-40AE-B4C6-C98DA3205C09}" type="datetimeFigureOut">
              <a:rPr lang="en-US" smtClean="0"/>
              <a:t>4/8/2026</a:t>
            </a:fld>
            <a:endParaRPr lang="en-US"/>
          </a:p>
        </p:txBody>
      </p:sp>
      <p:sp>
        <p:nvSpPr>
          <p:cNvPr id="1048770" name="Footer Placeholder 5"/>
          <p:cNvSpPr>
            <a:spLocks noGrp="1"/>
          </p:cNvSpPr>
          <p:nvPr>
            <p:ph type="ftr" sz="quarter" idx="11"/>
          </p:nvPr>
        </p:nvSpPr>
        <p:spPr/>
        <p:txBody>
          <a:bodyPr/>
          <a:lstStyle/>
          <a:p>
            <a:endParaRPr lang="en-US"/>
          </a:p>
        </p:txBody>
      </p:sp>
      <p:sp>
        <p:nvSpPr>
          <p:cNvPr id="1048771"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1048814" name="Title 1"/>
          <p:cNvSpPr>
            <a:spLocks noGrp="1"/>
          </p:cNvSpPr>
          <p:nvPr>
            <p:ph type="title"/>
          </p:nvPr>
        </p:nvSpPr>
        <p:spPr>
          <a:xfrm>
            <a:off x="856058" y="3228499"/>
            <a:ext cx="7434267" cy="614517"/>
          </a:xfrm>
        </p:spPr>
        <p:txBody>
          <a:bodyPr anchor="b">
            <a:normAutofit/>
          </a:bodyPr>
          <a:lstStyle>
            <a:lvl1pPr>
              <a:defRPr sz="2400"/>
            </a:lvl1pPr>
          </a:lstStyle>
          <a:p>
            <a:r>
              <a:rPr lang="en-US"/>
              <a:t>Click to edit Master title style</a:t>
            </a:r>
          </a:p>
        </p:txBody>
      </p:sp>
      <p:sp>
        <p:nvSpPr>
          <p:cNvPr id="1048815" name="Picture Placeholder 2"/>
          <p:cNvSpPr>
            <a:spLocks noGrp="1" noChangeAspect="1"/>
          </p:cNvSpPr>
          <p:nvPr>
            <p:ph type="pic" idx="1"/>
          </p:nvPr>
        </p:nvSpPr>
        <p:spPr>
          <a:xfrm>
            <a:off x="856059" y="454820"/>
            <a:ext cx="7434266" cy="2474834"/>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400"/>
            </a:lvl1pPr>
          </a:lstStyle>
          <a:p>
            <a:pPr marL="0" lvl="0" indent="0">
              <a:buNone/>
            </a:pPr>
            <a:r>
              <a:rPr lang="en-US"/>
              <a:t>Click icon to add picture</a:t>
            </a:r>
          </a:p>
        </p:txBody>
      </p:sp>
      <p:sp>
        <p:nvSpPr>
          <p:cNvPr id="1048816" name="Text Placeholder 3"/>
          <p:cNvSpPr>
            <a:spLocks noGrp="1"/>
          </p:cNvSpPr>
          <p:nvPr>
            <p:ph type="body" sz="half" idx="2"/>
          </p:nvPr>
        </p:nvSpPr>
        <p:spPr>
          <a:xfrm>
            <a:off x="856024" y="3843015"/>
            <a:ext cx="7433145" cy="511854"/>
          </a:xfrm>
        </p:spPr>
        <p:txBody>
          <a:bodyPr>
            <a:normAutofit/>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1048817" name="Date Placeholder 4"/>
          <p:cNvSpPr>
            <a:spLocks noGrp="1"/>
          </p:cNvSpPr>
          <p:nvPr>
            <p:ph type="dt" sz="half" idx="10"/>
          </p:nvPr>
        </p:nvSpPr>
        <p:spPr/>
        <p:txBody>
          <a:bodyPr/>
          <a:lstStyle/>
          <a:p>
            <a:fld id="{1D8BD707-D9CF-40AE-B4C6-C98DA3205C09}" type="datetimeFigureOut">
              <a:rPr lang="en-US" smtClean="0"/>
              <a:t>4/8/2026</a:t>
            </a:fld>
            <a:endParaRPr lang="en-US"/>
          </a:p>
        </p:txBody>
      </p:sp>
      <p:sp>
        <p:nvSpPr>
          <p:cNvPr id="1048818" name="Footer Placeholder 5"/>
          <p:cNvSpPr>
            <a:spLocks noGrp="1"/>
          </p:cNvSpPr>
          <p:nvPr>
            <p:ph type="ftr" sz="quarter" idx="11"/>
          </p:nvPr>
        </p:nvSpPr>
        <p:spPr/>
        <p:txBody>
          <a:bodyPr/>
          <a:lstStyle/>
          <a:p>
            <a:endParaRPr lang="en-US"/>
          </a:p>
        </p:txBody>
      </p:sp>
      <p:sp>
        <p:nvSpPr>
          <p:cNvPr id="1048819"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1048761" name="Title 1"/>
          <p:cNvSpPr>
            <a:spLocks noGrp="1"/>
          </p:cNvSpPr>
          <p:nvPr>
            <p:ph type="title"/>
          </p:nvPr>
        </p:nvSpPr>
        <p:spPr>
          <a:xfrm>
            <a:off x="856093" y="457200"/>
            <a:ext cx="7429467" cy="2571750"/>
          </a:xfrm>
        </p:spPr>
        <p:txBody>
          <a:bodyPr anchor="ctr">
            <a:normAutofit/>
          </a:bodyPr>
          <a:lstStyle>
            <a:lvl1pPr>
              <a:defRPr sz="2700"/>
            </a:lvl1pPr>
          </a:lstStyle>
          <a:p>
            <a:r>
              <a:rPr lang="en-US"/>
              <a:t>Click to edit Master title style</a:t>
            </a:r>
          </a:p>
        </p:txBody>
      </p:sp>
      <p:sp>
        <p:nvSpPr>
          <p:cNvPr id="1048762" name="Text Placeholder 3"/>
          <p:cNvSpPr>
            <a:spLocks noGrp="1"/>
          </p:cNvSpPr>
          <p:nvPr>
            <p:ph type="body" sz="half" idx="2"/>
          </p:nvPr>
        </p:nvSpPr>
        <p:spPr>
          <a:xfrm>
            <a:off x="856058" y="3314700"/>
            <a:ext cx="7428345" cy="1028700"/>
          </a:xfrm>
        </p:spPr>
        <p:txBody>
          <a:bodyPr anchor="ctr">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1048763" name="Date Placeholder 4"/>
          <p:cNvSpPr>
            <a:spLocks noGrp="1"/>
          </p:cNvSpPr>
          <p:nvPr>
            <p:ph type="dt" sz="half" idx="10"/>
          </p:nvPr>
        </p:nvSpPr>
        <p:spPr/>
        <p:txBody>
          <a:bodyPr/>
          <a:lstStyle/>
          <a:p>
            <a:fld id="{1D8BD707-D9CF-40AE-B4C6-C98DA3205C09}" type="datetimeFigureOut">
              <a:rPr lang="en-US" smtClean="0"/>
              <a:t>4/8/2026</a:t>
            </a:fld>
            <a:endParaRPr lang="en-US"/>
          </a:p>
        </p:txBody>
      </p:sp>
      <p:sp>
        <p:nvSpPr>
          <p:cNvPr id="1048764" name="Footer Placeholder 5"/>
          <p:cNvSpPr>
            <a:spLocks noGrp="1"/>
          </p:cNvSpPr>
          <p:nvPr>
            <p:ph type="ftr" sz="quarter" idx="11"/>
          </p:nvPr>
        </p:nvSpPr>
        <p:spPr/>
        <p:txBody>
          <a:bodyPr/>
          <a:lstStyle/>
          <a:p>
            <a:endParaRPr lang="en-US"/>
          </a:p>
        </p:txBody>
      </p:sp>
      <p:sp>
        <p:nvSpPr>
          <p:cNvPr id="1048765"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048806" name="Title 1"/>
          <p:cNvSpPr>
            <a:spLocks noGrp="1"/>
          </p:cNvSpPr>
          <p:nvPr>
            <p:ph type="title"/>
          </p:nvPr>
        </p:nvSpPr>
        <p:spPr>
          <a:xfrm>
            <a:off x="1084659" y="457200"/>
            <a:ext cx="6977064" cy="2061322"/>
          </a:xfrm>
        </p:spPr>
        <p:txBody>
          <a:bodyPr anchor="ctr">
            <a:normAutofit/>
          </a:bodyPr>
          <a:lstStyle>
            <a:lvl1pPr>
              <a:defRPr sz="2700"/>
            </a:lvl1pPr>
          </a:lstStyle>
          <a:p>
            <a:r>
              <a:rPr lang="en-US"/>
              <a:t>Click to edit Master title style</a:t>
            </a:r>
          </a:p>
        </p:txBody>
      </p:sp>
      <p:sp>
        <p:nvSpPr>
          <p:cNvPr id="1048807" name="Text Placeholder 3"/>
          <p:cNvSpPr>
            <a:spLocks noGrp="1"/>
          </p:cNvSpPr>
          <p:nvPr>
            <p:ph type="body" sz="half" idx="13"/>
          </p:nvPr>
        </p:nvSpPr>
        <p:spPr>
          <a:xfrm>
            <a:off x="1290484" y="2524168"/>
            <a:ext cx="6564225" cy="411726"/>
          </a:xfrm>
        </p:spPr>
        <p:txBody>
          <a:bodyPr anchor="t">
            <a:normAutofit/>
          </a:bodyPr>
          <a:lstStyle>
            <a:lvl1pPr marL="0" indent="0">
              <a:buNone/>
              <a:defRPr sz="10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1048808" name="Text Placeholder 3"/>
          <p:cNvSpPr>
            <a:spLocks noGrp="1"/>
          </p:cNvSpPr>
          <p:nvPr>
            <p:ph type="body" sz="half" idx="2"/>
          </p:nvPr>
        </p:nvSpPr>
        <p:spPr>
          <a:xfrm>
            <a:off x="856059" y="3232440"/>
            <a:ext cx="7429502" cy="1117122"/>
          </a:xfrm>
        </p:spPr>
        <p:txBody>
          <a:bodyPr anchor="ctr">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1048809" name="Date Placeholder 4"/>
          <p:cNvSpPr>
            <a:spLocks noGrp="1"/>
          </p:cNvSpPr>
          <p:nvPr>
            <p:ph type="dt" sz="half" idx="10"/>
          </p:nvPr>
        </p:nvSpPr>
        <p:spPr/>
        <p:txBody>
          <a:bodyPr/>
          <a:lstStyle/>
          <a:p>
            <a:fld id="{1D8BD707-D9CF-40AE-B4C6-C98DA3205C09}" type="datetimeFigureOut">
              <a:rPr lang="en-US" smtClean="0"/>
              <a:t>4/8/2026</a:t>
            </a:fld>
            <a:endParaRPr lang="en-US"/>
          </a:p>
        </p:txBody>
      </p:sp>
      <p:sp>
        <p:nvSpPr>
          <p:cNvPr id="1048810" name="Footer Placeholder 5"/>
          <p:cNvSpPr>
            <a:spLocks noGrp="1"/>
          </p:cNvSpPr>
          <p:nvPr>
            <p:ph type="ftr" sz="quarter" idx="11"/>
          </p:nvPr>
        </p:nvSpPr>
        <p:spPr/>
        <p:txBody>
          <a:bodyPr/>
          <a:lstStyle/>
          <a:p>
            <a:endParaRPr lang="en-US"/>
          </a:p>
        </p:txBody>
      </p:sp>
      <p:sp>
        <p:nvSpPr>
          <p:cNvPr id="1048811" name="Slide Number Placeholder 6"/>
          <p:cNvSpPr>
            <a:spLocks noGrp="1"/>
          </p:cNvSpPr>
          <p:nvPr>
            <p:ph type="sldNum" sz="quarter" idx="12"/>
          </p:nvPr>
        </p:nvSpPr>
        <p:spPr/>
        <p:txBody>
          <a:bodyPr/>
          <a:lstStyle/>
          <a:p>
            <a:fld id="{B6F15528-21DE-4FAA-801E-634DDDAF4B2B}" type="slidenum">
              <a:rPr lang="en-US" smtClean="0"/>
              <a:t>‹#›</a:t>
            </a:fld>
            <a:endParaRPr lang="en-US"/>
          </a:p>
        </p:txBody>
      </p:sp>
      <p:sp>
        <p:nvSpPr>
          <p:cNvPr id="1048812" name="TextBox 59"/>
          <p:cNvSpPr txBox="1"/>
          <p:nvPr/>
        </p:nvSpPr>
        <p:spPr>
          <a:xfrm>
            <a:off x="677634" y="549295"/>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a:solidFill>
                  <a:schemeClr val="tx1"/>
                </a:solidFill>
                <a:effectLst/>
              </a:rPr>
              <a:t>“</a:t>
            </a:r>
          </a:p>
        </p:txBody>
      </p:sp>
      <p:sp>
        <p:nvSpPr>
          <p:cNvPr id="1048813" name="TextBox 60"/>
          <p:cNvSpPr txBox="1"/>
          <p:nvPr/>
        </p:nvSpPr>
        <p:spPr>
          <a:xfrm>
            <a:off x="7903028" y="2073729"/>
            <a:ext cx="457200" cy="438582"/>
          </a:xfrm>
          <a:prstGeom prst="rect">
            <a:avLst/>
          </a:prstGeom>
        </p:spPr>
        <p:txBody>
          <a:bodyPr vert="horz" lIns="68580" tIns="34290" rIns="68580" bIns="3429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panose="020B0603020202020204"/>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6000">
                <a:solidFill>
                  <a:schemeClr val="tx1"/>
                </a:solidFill>
                <a:effectLst/>
              </a:rPr>
              <a:t>”</a:t>
            </a:r>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1048756" name="Title 1"/>
          <p:cNvSpPr>
            <a:spLocks noGrp="1"/>
          </p:cNvSpPr>
          <p:nvPr>
            <p:ph type="title"/>
          </p:nvPr>
        </p:nvSpPr>
        <p:spPr>
          <a:xfrm>
            <a:off x="856058" y="1600531"/>
            <a:ext cx="7429501" cy="1883877"/>
          </a:xfrm>
        </p:spPr>
        <p:txBody>
          <a:bodyPr anchor="b">
            <a:normAutofit/>
          </a:bodyPr>
          <a:lstStyle>
            <a:lvl1pPr>
              <a:defRPr sz="2700"/>
            </a:lvl1pPr>
          </a:lstStyle>
          <a:p>
            <a:r>
              <a:rPr lang="en-US"/>
              <a:t>Click to edit Master title style</a:t>
            </a:r>
          </a:p>
        </p:txBody>
      </p:sp>
      <p:sp>
        <p:nvSpPr>
          <p:cNvPr id="1048757" name="Text Placeholder 3"/>
          <p:cNvSpPr>
            <a:spLocks noGrp="1"/>
          </p:cNvSpPr>
          <p:nvPr>
            <p:ph type="body" sz="half" idx="2"/>
          </p:nvPr>
        </p:nvSpPr>
        <p:spPr>
          <a:xfrm>
            <a:off x="856024" y="3493242"/>
            <a:ext cx="7428379" cy="855483"/>
          </a:xfrm>
        </p:spPr>
        <p:txBody>
          <a:bodyPr anchor="t">
            <a:normAutofit/>
          </a:bodyPr>
          <a:lstStyle>
            <a:lvl1pPr marL="0" indent="0">
              <a:buNone/>
              <a:defRPr sz="135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1048758" name="Date Placeholder 4"/>
          <p:cNvSpPr>
            <a:spLocks noGrp="1"/>
          </p:cNvSpPr>
          <p:nvPr>
            <p:ph type="dt" sz="half" idx="10"/>
          </p:nvPr>
        </p:nvSpPr>
        <p:spPr/>
        <p:txBody>
          <a:bodyPr/>
          <a:lstStyle/>
          <a:p>
            <a:fld id="{1D8BD707-D9CF-40AE-B4C6-C98DA3205C09}" type="datetimeFigureOut">
              <a:rPr lang="en-US" smtClean="0"/>
              <a:t>4/8/2026</a:t>
            </a:fld>
            <a:endParaRPr lang="en-US"/>
          </a:p>
        </p:txBody>
      </p:sp>
      <p:sp>
        <p:nvSpPr>
          <p:cNvPr id="1048759" name="Footer Placeholder 5"/>
          <p:cNvSpPr>
            <a:spLocks noGrp="1"/>
          </p:cNvSpPr>
          <p:nvPr>
            <p:ph type="ftr" sz="quarter" idx="11"/>
          </p:nvPr>
        </p:nvSpPr>
        <p:spPr/>
        <p:txBody>
          <a:bodyPr/>
          <a:lstStyle/>
          <a:p>
            <a:endParaRPr lang="en-US"/>
          </a:p>
        </p:txBody>
      </p:sp>
      <p:sp>
        <p:nvSpPr>
          <p:cNvPr id="1048760"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048820" name="Title 1"/>
          <p:cNvSpPr>
            <a:spLocks noGrp="1"/>
          </p:cNvSpPr>
          <p:nvPr>
            <p:ph type="title"/>
          </p:nvPr>
        </p:nvSpPr>
        <p:spPr>
          <a:xfrm>
            <a:off x="856060" y="457200"/>
            <a:ext cx="7429499" cy="1428750"/>
          </a:xfrm>
        </p:spPr>
        <p:txBody>
          <a:bodyPr/>
          <a:lstStyle/>
          <a:p>
            <a:r>
              <a:rPr lang="en-US"/>
              <a:t>Click to edit Master title style</a:t>
            </a:r>
          </a:p>
        </p:txBody>
      </p:sp>
      <p:sp>
        <p:nvSpPr>
          <p:cNvPr id="1048821" name="Text Placeholder 2"/>
          <p:cNvSpPr>
            <a:spLocks noGrp="1"/>
          </p:cNvSpPr>
          <p:nvPr>
            <p:ph type="body" idx="1"/>
          </p:nvPr>
        </p:nvSpPr>
        <p:spPr>
          <a:xfrm>
            <a:off x="856058" y="2005848"/>
            <a:ext cx="2397675"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48822" name="Text Placeholder 3"/>
          <p:cNvSpPr>
            <a:spLocks noGrp="1"/>
          </p:cNvSpPr>
          <p:nvPr>
            <p:ph type="body" sz="half" idx="15"/>
          </p:nvPr>
        </p:nvSpPr>
        <p:spPr>
          <a:xfrm>
            <a:off x="845939" y="2520198"/>
            <a:ext cx="2406552"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48823" name="Text Placeholder 4"/>
          <p:cNvSpPr>
            <a:spLocks noGrp="1"/>
          </p:cNvSpPr>
          <p:nvPr>
            <p:ph type="body" sz="quarter" idx="3"/>
          </p:nvPr>
        </p:nvSpPr>
        <p:spPr>
          <a:xfrm>
            <a:off x="3386075" y="2008227"/>
            <a:ext cx="2388289"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48824" name="Text Placeholder 3"/>
          <p:cNvSpPr>
            <a:spLocks noGrp="1"/>
          </p:cNvSpPr>
          <p:nvPr>
            <p:ph type="body" sz="half" idx="16"/>
          </p:nvPr>
        </p:nvSpPr>
        <p:spPr>
          <a:xfrm>
            <a:off x="3378160" y="2522577"/>
            <a:ext cx="2396873"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48825" name="Text Placeholder 4"/>
          <p:cNvSpPr>
            <a:spLocks noGrp="1"/>
          </p:cNvSpPr>
          <p:nvPr>
            <p:ph type="body" sz="quarter" idx="13"/>
          </p:nvPr>
        </p:nvSpPr>
        <p:spPr>
          <a:xfrm>
            <a:off x="5889332" y="2005848"/>
            <a:ext cx="2396226" cy="514350"/>
          </a:xfrm>
        </p:spPr>
        <p:txBody>
          <a:bodyPr anchor="b">
            <a:noAutofit/>
          </a:bodyPr>
          <a:lstStyle>
            <a:lvl1pPr marL="0" indent="0">
              <a:lnSpc>
                <a:spcPct val="90000"/>
              </a:lnSpc>
              <a:buNone/>
              <a:defRPr sz="18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48826" name="Text Placeholder 3"/>
          <p:cNvSpPr>
            <a:spLocks noGrp="1"/>
          </p:cNvSpPr>
          <p:nvPr>
            <p:ph type="body" sz="half" idx="17"/>
          </p:nvPr>
        </p:nvSpPr>
        <p:spPr>
          <a:xfrm>
            <a:off x="5889332" y="2520198"/>
            <a:ext cx="2396226" cy="1823202"/>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48827" name="Date Placeholder 2"/>
          <p:cNvSpPr>
            <a:spLocks noGrp="1"/>
          </p:cNvSpPr>
          <p:nvPr>
            <p:ph type="dt" sz="half" idx="10"/>
          </p:nvPr>
        </p:nvSpPr>
        <p:spPr/>
        <p:txBody>
          <a:bodyPr/>
          <a:lstStyle/>
          <a:p>
            <a:fld id="{1D8BD707-D9CF-40AE-B4C6-C98DA3205C09}" type="datetimeFigureOut">
              <a:rPr lang="en-US" smtClean="0"/>
              <a:t>4/8/2026</a:t>
            </a:fld>
            <a:endParaRPr lang="en-US"/>
          </a:p>
        </p:txBody>
      </p:sp>
      <p:sp>
        <p:nvSpPr>
          <p:cNvPr id="1048828" name="Footer Placeholder 3"/>
          <p:cNvSpPr>
            <a:spLocks noGrp="1"/>
          </p:cNvSpPr>
          <p:nvPr>
            <p:ph type="ftr" sz="quarter" idx="11"/>
          </p:nvPr>
        </p:nvSpPr>
        <p:spPr/>
        <p:txBody>
          <a:bodyPr/>
          <a:lstStyle/>
          <a:p>
            <a:endParaRPr lang="en-US"/>
          </a:p>
        </p:txBody>
      </p:sp>
      <p:sp>
        <p:nvSpPr>
          <p:cNvPr id="1048829"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1048772" name="Title 1"/>
          <p:cNvSpPr>
            <a:spLocks noGrp="1"/>
          </p:cNvSpPr>
          <p:nvPr>
            <p:ph type="title"/>
          </p:nvPr>
        </p:nvSpPr>
        <p:spPr>
          <a:xfrm>
            <a:off x="856059" y="457200"/>
            <a:ext cx="7429500" cy="1428750"/>
          </a:xfrm>
        </p:spPr>
        <p:txBody>
          <a:bodyPr/>
          <a:lstStyle/>
          <a:p>
            <a:r>
              <a:rPr lang="en-US"/>
              <a:t>Click to edit Master title style</a:t>
            </a:r>
          </a:p>
        </p:txBody>
      </p:sp>
      <p:sp>
        <p:nvSpPr>
          <p:cNvPr id="1048773" name="Text Placeholder 2"/>
          <p:cNvSpPr>
            <a:spLocks noGrp="1"/>
          </p:cNvSpPr>
          <p:nvPr>
            <p:ph type="body" idx="1"/>
          </p:nvPr>
        </p:nvSpPr>
        <p:spPr>
          <a:xfrm>
            <a:off x="856060" y="3303447"/>
            <a:ext cx="2396430" cy="432197"/>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48774" name="Picture Placeholder 2"/>
          <p:cNvSpPr>
            <a:spLocks noGrp="1" noChangeAspect="1"/>
          </p:cNvSpPr>
          <p:nvPr>
            <p:ph type="pic" idx="15"/>
          </p:nvPr>
        </p:nvSpPr>
        <p:spPr>
          <a:xfrm>
            <a:off x="856060" y="2000249"/>
            <a:ext cx="2396430" cy="1143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00" dirty="0"/>
            </a:lvl1pPr>
          </a:lstStyle>
          <a:p>
            <a:pPr marL="0" lvl="0" indent="0">
              <a:buNone/>
            </a:pPr>
            <a:r>
              <a:rPr lang="en-US"/>
              <a:t>Click icon to add picture</a:t>
            </a:r>
          </a:p>
        </p:txBody>
      </p:sp>
      <p:sp>
        <p:nvSpPr>
          <p:cNvPr id="1048775" name="Text Placeholder 3"/>
          <p:cNvSpPr>
            <a:spLocks noGrp="1"/>
          </p:cNvSpPr>
          <p:nvPr>
            <p:ph type="body" sz="half" idx="18"/>
          </p:nvPr>
        </p:nvSpPr>
        <p:spPr>
          <a:xfrm>
            <a:off x="856060" y="3735644"/>
            <a:ext cx="2396430" cy="613383"/>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48776" name="Text Placeholder 4"/>
          <p:cNvSpPr>
            <a:spLocks noGrp="1"/>
          </p:cNvSpPr>
          <p:nvPr>
            <p:ph type="body" sz="quarter" idx="3"/>
          </p:nvPr>
        </p:nvSpPr>
        <p:spPr>
          <a:xfrm>
            <a:off x="3366790" y="3303447"/>
            <a:ext cx="2400300" cy="432197"/>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48777" name="Picture Placeholder 2"/>
          <p:cNvSpPr>
            <a:spLocks noGrp="1" noChangeAspect="1"/>
          </p:cNvSpPr>
          <p:nvPr>
            <p:ph type="pic" idx="21"/>
          </p:nvPr>
        </p:nvSpPr>
        <p:spPr>
          <a:xfrm>
            <a:off x="3366790" y="2000249"/>
            <a:ext cx="2399205" cy="1143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00" dirty="0"/>
            </a:lvl1pPr>
          </a:lstStyle>
          <a:p>
            <a:pPr marL="0" lvl="0" indent="0">
              <a:buNone/>
            </a:pPr>
            <a:r>
              <a:rPr lang="en-US"/>
              <a:t>Click icon to add picture</a:t>
            </a:r>
          </a:p>
        </p:txBody>
      </p:sp>
      <p:sp>
        <p:nvSpPr>
          <p:cNvPr id="1048778" name="Text Placeholder 3"/>
          <p:cNvSpPr>
            <a:spLocks noGrp="1"/>
          </p:cNvSpPr>
          <p:nvPr>
            <p:ph type="body" sz="half" idx="19"/>
          </p:nvPr>
        </p:nvSpPr>
        <p:spPr>
          <a:xfrm>
            <a:off x="3365695" y="3735643"/>
            <a:ext cx="2400300" cy="607757"/>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48779" name="Text Placeholder 4"/>
          <p:cNvSpPr>
            <a:spLocks noGrp="1"/>
          </p:cNvSpPr>
          <p:nvPr>
            <p:ph type="body" sz="quarter" idx="13"/>
          </p:nvPr>
        </p:nvSpPr>
        <p:spPr>
          <a:xfrm>
            <a:off x="5889426" y="3303447"/>
            <a:ext cx="2393056" cy="432197"/>
          </a:xfrm>
        </p:spPr>
        <p:txBody>
          <a:bodyPr anchor="b">
            <a:noAutofit/>
          </a:bodyPr>
          <a:lstStyle>
            <a:lvl1pPr marL="0" indent="0">
              <a:lnSpc>
                <a:spcPct val="90000"/>
              </a:lnSpc>
              <a:buNone/>
              <a:defRPr sz="1500" b="0" cap="all" baseline="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1048780" name="Picture Placeholder 2"/>
          <p:cNvSpPr>
            <a:spLocks noGrp="1" noChangeAspect="1"/>
          </p:cNvSpPr>
          <p:nvPr>
            <p:ph type="pic" idx="22"/>
          </p:nvPr>
        </p:nvSpPr>
        <p:spPr>
          <a:xfrm>
            <a:off x="5889332" y="2000249"/>
            <a:ext cx="2396227" cy="1143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1500" dirty="0"/>
            </a:lvl1pPr>
          </a:lstStyle>
          <a:p>
            <a:pPr marL="0" lvl="0" indent="0">
              <a:buNone/>
            </a:pPr>
            <a:r>
              <a:rPr lang="en-US"/>
              <a:t>Click icon to add picture</a:t>
            </a:r>
          </a:p>
        </p:txBody>
      </p:sp>
      <p:sp>
        <p:nvSpPr>
          <p:cNvPr id="1048781" name="Text Placeholder 3"/>
          <p:cNvSpPr>
            <a:spLocks noGrp="1"/>
          </p:cNvSpPr>
          <p:nvPr>
            <p:ph type="body" sz="half" idx="20"/>
          </p:nvPr>
        </p:nvSpPr>
        <p:spPr>
          <a:xfrm>
            <a:off x="5889332" y="3735641"/>
            <a:ext cx="2396226" cy="607759"/>
          </a:xfrm>
        </p:spPr>
        <p:txBody>
          <a:bodyPr anchor="t">
            <a:normAutofit/>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1048782" name="Date Placeholder 2"/>
          <p:cNvSpPr>
            <a:spLocks noGrp="1"/>
          </p:cNvSpPr>
          <p:nvPr>
            <p:ph type="dt" sz="half" idx="10"/>
          </p:nvPr>
        </p:nvSpPr>
        <p:spPr/>
        <p:txBody>
          <a:bodyPr/>
          <a:lstStyle/>
          <a:p>
            <a:fld id="{1D8BD707-D9CF-40AE-B4C6-C98DA3205C09}" type="datetimeFigureOut">
              <a:rPr lang="en-US" smtClean="0"/>
              <a:t>4/8/2026</a:t>
            </a:fld>
            <a:endParaRPr lang="en-US"/>
          </a:p>
        </p:txBody>
      </p:sp>
      <p:sp>
        <p:nvSpPr>
          <p:cNvPr id="1048783" name="Footer Placeholder 3"/>
          <p:cNvSpPr>
            <a:spLocks noGrp="1"/>
          </p:cNvSpPr>
          <p:nvPr>
            <p:ph type="ftr" sz="quarter" idx="11"/>
          </p:nvPr>
        </p:nvSpPr>
        <p:spPr/>
        <p:txBody>
          <a:bodyPr/>
          <a:lstStyle/>
          <a:p>
            <a:endParaRPr lang="en-US"/>
          </a:p>
        </p:txBody>
      </p:sp>
      <p:sp>
        <p:nvSpPr>
          <p:cNvPr id="1048784"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836" name="Title 1"/>
          <p:cNvSpPr>
            <a:spLocks noGrp="1"/>
          </p:cNvSpPr>
          <p:nvPr>
            <p:ph type="title"/>
          </p:nvPr>
        </p:nvSpPr>
        <p:spPr/>
        <p:txBody>
          <a:bodyPr/>
          <a:lstStyle/>
          <a:p>
            <a:r>
              <a:rPr lang="en-US"/>
              <a:t>Click to edit Master title style</a:t>
            </a:r>
          </a:p>
        </p:txBody>
      </p:sp>
      <p:sp>
        <p:nvSpPr>
          <p:cNvPr id="1048837"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38" name="Date Placeholder 3"/>
          <p:cNvSpPr>
            <a:spLocks noGrp="1"/>
          </p:cNvSpPr>
          <p:nvPr>
            <p:ph type="dt" sz="half" idx="10"/>
          </p:nvPr>
        </p:nvSpPr>
        <p:spPr/>
        <p:txBody>
          <a:bodyPr/>
          <a:lstStyle/>
          <a:p>
            <a:fld id="{1D8BD707-D9CF-40AE-B4C6-C98DA3205C09}" type="datetimeFigureOut">
              <a:rPr lang="en-US" smtClean="0"/>
              <a:t>4/8/2026</a:t>
            </a:fld>
            <a:endParaRPr lang="en-US"/>
          </a:p>
        </p:txBody>
      </p:sp>
      <p:sp>
        <p:nvSpPr>
          <p:cNvPr id="1048839" name="Footer Placeholder 4"/>
          <p:cNvSpPr>
            <a:spLocks noGrp="1"/>
          </p:cNvSpPr>
          <p:nvPr>
            <p:ph type="ftr" sz="quarter" idx="11"/>
          </p:nvPr>
        </p:nvSpPr>
        <p:spPr/>
        <p:txBody>
          <a:bodyPr/>
          <a:lstStyle/>
          <a:p>
            <a:endParaRPr lang="en-US"/>
          </a:p>
        </p:txBody>
      </p:sp>
      <p:sp>
        <p:nvSpPr>
          <p:cNvPr id="1048840"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801" name="Vertical Title 1"/>
          <p:cNvSpPr>
            <a:spLocks noGrp="1"/>
          </p:cNvSpPr>
          <p:nvPr>
            <p:ph type="title" orient="vert"/>
          </p:nvPr>
        </p:nvSpPr>
        <p:spPr>
          <a:xfrm>
            <a:off x="6781801" y="457200"/>
            <a:ext cx="1503759" cy="3886201"/>
          </a:xfrm>
        </p:spPr>
        <p:txBody>
          <a:bodyPr vert="eaVert"/>
          <a:lstStyle/>
          <a:p>
            <a:r>
              <a:rPr lang="en-US"/>
              <a:t>Click to edit Master title style</a:t>
            </a:r>
          </a:p>
        </p:txBody>
      </p:sp>
      <p:sp>
        <p:nvSpPr>
          <p:cNvPr id="1048802" name="Vertical Text Placeholder 2"/>
          <p:cNvSpPr>
            <a:spLocks noGrp="1"/>
          </p:cNvSpPr>
          <p:nvPr>
            <p:ph type="body" orient="vert" idx="1"/>
          </p:nvPr>
        </p:nvSpPr>
        <p:spPr>
          <a:xfrm>
            <a:off x="856057" y="457200"/>
            <a:ext cx="5811443" cy="38862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803" name="Date Placeholder 3"/>
          <p:cNvSpPr>
            <a:spLocks noGrp="1"/>
          </p:cNvSpPr>
          <p:nvPr>
            <p:ph type="dt" sz="half" idx="10"/>
          </p:nvPr>
        </p:nvSpPr>
        <p:spPr/>
        <p:txBody>
          <a:bodyPr/>
          <a:lstStyle/>
          <a:p>
            <a:fld id="{1D8BD707-D9CF-40AE-B4C6-C98DA3205C09}" type="datetimeFigureOut">
              <a:rPr lang="en-US" smtClean="0"/>
              <a:t>4/8/2026</a:t>
            </a:fld>
            <a:endParaRPr lang="en-US"/>
          </a:p>
        </p:txBody>
      </p:sp>
      <p:sp>
        <p:nvSpPr>
          <p:cNvPr id="1048804" name="Footer Placeholder 4"/>
          <p:cNvSpPr>
            <a:spLocks noGrp="1"/>
          </p:cNvSpPr>
          <p:nvPr>
            <p:ph type="ftr" sz="quarter" idx="11"/>
          </p:nvPr>
        </p:nvSpPr>
        <p:spPr/>
        <p:txBody>
          <a:bodyPr/>
          <a:lstStyle/>
          <a:p>
            <a:endParaRPr lang="en-US"/>
          </a:p>
        </p:txBody>
      </p:sp>
      <p:sp>
        <p:nvSpPr>
          <p:cNvPr id="1048805"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5"/>
        <p:cNvGrpSpPr/>
        <p:nvPr/>
      </p:nvGrpSpPr>
      <p:grpSpPr>
        <a:xfrm>
          <a:off x="0" y="0"/>
          <a:ext cx="0" cy="0"/>
          <a:chOff x="0" y="0"/>
          <a:chExt cx="0" cy="0"/>
        </a:xfrm>
      </p:grpSpPr>
      <p:sp>
        <p:nvSpPr>
          <p:cNvPr id="1048618" name="Google Shape;31;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lvl1pPr>
            <a:lvl2pPr lvl="1" rtl="0">
              <a:spcBef>
                <a:spcPts val="0"/>
              </a:spcBef>
              <a:spcAft>
                <a:spcPts val="0"/>
              </a:spcAft>
              <a:buSzPts val="3000"/>
              <a:buNone/>
            </a:lvl2pPr>
            <a:lvl3pPr lvl="2" rtl="0">
              <a:spcBef>
                <a:spcPts val="0"/>
              </a:spcBef>
              <a:spcAft>
                <a:spcPts val="0"/>
              </a:spcAft>
              <a:buSzPts val="3000"/>
              <a:buNone/>
            </a:lvl3pPr>
            <a:lvl4pPr lvl="3" rtl="0">
              <a:spcBef>
                <a:spcPts val="0"/>
              </a:spcBef>
              <a:spcAft>
                <a:spcPts val="0"/>
              </a:spcAft>
              <a:buSzPts val="3000"/>
              <a:buNone/>
            </a:lvl4pPr>
            <a:lvl5pPr lvl="4" rtl="0">
              <a:spcBef>
                <a:spcPts val="0"/>
              </a:spcBef>
              <a:spcAft>
                <a:spcPts val="0"/>
              </a:spcAft>
              <a:buSzPts val="3000"/>
              <a:buNone/>
            </a:lvl5pPr>
            <a:lvl6pPr lvl="5" rtl="0">
              <a:spcBef>
                <a:spcPts val="0"/>
              </a:spcBef>
              <a:spcAft>
                <a:spcPts val="0"/>
              </a:spcAft>
              <a:buSzPts val="3000"/>
              <a:buNone/>
            </a:lvl6pPr>
            <a:lvl7pPr lvl="6" rtl="0">
              <a:spcBef>
                <a:spcPts val="0"/>
              </a:spcBef>
              <a:spcAft>
                <a:spcPts val="0"/>
              </a:spcAft>
              <a:buSzPts val="3000"/>
              <a:buNone/>
            </a:lvl7pPr>
            <a:lvl8pPr lvl="7" rtl="0">
              <a:spcBef>
                <a:spcPts val="0"/>
              </a:spcBef>
              <a:spcAft>
                <a:spcPts val="0"/>
              </a:spcAft>
              <a:buSzPts val="3000"/>
              <a:buNone/>
            </a:lvl8pPr>
            <a:lvl9pPr lvl="8" rtl="0">
              <a:spcBef>
                <a:spcPts val="0"/>
              </a:spcBef>
              <a:spcAft>
                <a:spcPts val="0"/>
              </a:spcAft>
              <a:buSzPts val="3000"/>
              <a:buNone/>
            </a:lvl9pPr>
          </a:lstStyle>
          <a:p>
            <a:endParaRPr/>
          </a:p>
        </p:txBody>
      </p:sp>
      <p:sp>
        <p:nvSpPr>
          <p:cNvPr id="1048619" name="Google Shape;32;p4"/>
          <p:cNvSpPr txBox="1">
            <a:spLocks noGrp="1"/>
          </p:cNvSpPr>
          <p:nvPr>
            <p:ph type="body" idx="1"/>
          </p:nvPr>
        </p:nvSpPr>
        <p:spPr>
          <a:xfrm>
            <a:off x="720000" y="1215750"/>
            <a:ext cx="7704000" cy="3233100"/>
          </a:xfrm>
          <a:prstGeom prst="rect">
            <a:avLst/>
          </a:prstGeom>
        </p:spPr>
        <p:txBody>
          <a:bodyPr spcFirstLastPara="1" wrap="square" lIns="91425" tIns="91425" rIns="91425" bIns="91425" anchor="t" anchorCtr="0">
            <a:noAutofit/>
          </a:bodyPr>
          <a:lstStyle>
            <a:lvl1pPr marL="457200" lvl="0" indent="-279400" rtl="0">
              <a:spcBef>
                <a:spcPts val="0"/>
              </a:spcBef>
              <a:spcAft>
                <a:spcPts val="0"/>
              </a:spcAft>
              <a:buSzPts val="800"/>
              <a:buChar char="●"/>
              <a:defRPr>
                <a:latin typeface="Hanken Grotesk"/>
                <a:ea typeface="Hanken Grotesk"/>
                <a:cs typeface="Hanken Grotesk"/>
                <a:sym typeface="Hanken Grotesk"/>
              </a:defRPr>
            </a:lvl1pPr>
            <a:lvl2pPr marL="914400" lvl="1" indent="-304800" rtl="0">
              <a:spcBef>
                <a:spcPts val="0"/>
              </a:spcBef>
              <a:spcAft>
                <a:spcPts val="0"/>
              </a:spcAft>
              <a:buSzPts val="1200"/>
              <a:buChar char="○"/>
              <a:defRPr>
                <a:latin typeface="Hanken Grotesk"/>
                <a:ea typeface="Hanken Grotesk"/>
                <a:cs typeface="Hanken Grotesk"/>
                <a:sym typeface="Hanken Grotesk"/>
              </a:defRPr>
            </a:lvl2pPr>
            <a:lvl3pPr marL="1371600" lvl="2" indent="-304800" rtl="0">
              <a:lnSpc>
                <a:spcPct val="115000"/>
              </a:lnSpc>
              <a:spcBef>
                <a:spcPts val="0"/>
              </a:spcBef>
              <a:spcAft>
                <a:spcPts val="0"/>
              </a:spcAft>
              <a:buSzPts val="1200"/>
              <a:buChar char="■"/>
            </a:lvl3pPr>
            <a:lvl4pPr marL="1828800" lvl="3" indent="-304800" rtl="0">
              <a:lnSpc>
                <a:spcPct val="115000"/>
              </a:lnSpc>
              <a:spcBef>
                <a:spcPts val="0"/>
              </a:spcBef>
              <a:spcAft>
                <a:spcPts val="0"/>
              </a:spcAft>
              <a:buSzPts val="1200"/>
              <a:buChar char="●"/>
            </a:lvl4pPr>
            <a:lvl5pPr marL="2286000" lvl="4" indent="-304800" rtl="0">
              <a:lnSpc>
                <a:spcPct val="115000"/>
              </a:lnSpc>
              <a:spcBef>
                <a:spcPts val="0"/>
              </a:spcBef>
              <a:spcAft>
                <a:spcPts val="0"/>
              </a:spcAft>
              <a:buSzPts val="1200"/>
              <a:buChar char="○"/>
            </a:lvl5pPr>
            <a:lvl6pPr marL="2743200" lvl="5" indent="-304800" rtl="0">
              <a:lnSpc>
                <a:spcPct val="115000"/>
              </a:lnSpc>
              <a:spcBef>
                <a:spcPts val="0"/>
              </a:spcBef>
              <a:spcAft>
                <a:spcPts val="0"/>
              </a:spcAft>
              <a:buSzPts val="1200"/>
              <a:buChar char="■"/>
            </a:lvl6pPr>
            <a:lvl7pPr marL="3200400" lvl="6" indent="-304800" rtl="0">
              <a:lnSpc>
                <a:spcPct val="115000"/>
              </a:lnSpc>
              <a:spcBef>
                <a:spcPts val="0"/>
              </a:spcBef>
              <a:spcAft>
                <a:spcPts val="0"/>
              </a:spcAft>
              <a:buSzPts val="1200"/>
              <a:buChar char="●"/>
            </a:lvl7pPr>
            <a:lvl8pPr marL="3657600" lvl="7" indent="-304800" rtl="0">
              <a:lnSpc>
                <a:spcPct val="115000"/>
              </a:lnSpc>
              <a:spcBef>
                <a:spcPts val="0"/>
              </a:spcBef>
              <a:spcAft>
                <a:spcPts val="0"/>
              </a:spcAft>
              <a:buSzPts val="1200"/>
              <a:buChar char="○"/>
            </a:lvl8pPr>
            <a:lvl9pPr marL="4114800" lvl="8" indent="-304800" rtl="0">
              <a:lnSpc>
                <a:spcPct val="115000"/>
              </a:lnSpc>
              <a:spcBef>
                <a:spcPts val="0"/>
              </a:spcBef>
              <a:spcAft>
                <a:spcPts val="0"/>
              </a:spcAft>
              <a:buSzPts val="1200"/>
              <a:buChar cha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61"/>
        <p:cNvGrpSpPr/>
        <p:nvPr/>
      </p:nvGrpSpPr>
      <p:grpSpPr>
        <a:xfrm>
          <a:off x="0" y="0"/>
          <a:ext cx="0" cy="0"/>
          <a:chOff x="0" y="0"/>
          <a:chExt cx="0" cy="0"/>
        </a:xfrm>
      </p:grpSpPr>
      <p:sp>
        <p:nvSpPr>
          <p:cNvPr id="1048750" name="Google Shape;67;p8"/>
          <p:cNvSpPr txBox="1">
            <a:spLocks noGrp="1"/>
          </p:cNvSpPr>
          <p:nvPr>
            <p:ph type="title"/>
          </p:nvPr>
        </p:nvSpPr>
        <p:spPr>
          <a:xfrm>
            <a:off x="1644450" y="1733400"/>
            <a:ext cx="5855100" cy="760800"/>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3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0"/>
                <a:lumOff val="100000"/>
              </a:schemeClr>
            </a:gs>
            <a:gs pos="35000">
              <a:schemeClr val="accent5">
                <a:lumMod val="0"/>
                <a:lumOff val="100000"/>
              </a:schemeClr>
            </a:gs>
            <a:gs pos="100000">
              <a:schemeClr val="accent5">
                <a:lumMod val="100000"/>
              </a:schemeClr>
            </a:gs>
          </a:gsLst>
          <a:path path="circle">
            <a:fillToRect l="50000" t="-80000" r="50000" b="180000"/>
          </a:path>
        </a:gradFill>
        <a:effectLst/>
      </p:bgPr>
    </p:bg>
    <p:spTree>
      <p:nvGrpSpPr>
        <p:cNvPr id="1" name=""/>
        <p:cNvGrpSpPr/>
        <p:nvPr/>
      </p:nvGrpSpPr>
      <p:grpSpPr>
        <a:xfrm>
          <a:off x="0" y="0"/>
          <a:ext cx="0" cy="0"/>
          <a:chOff x="0" y="0"/>
          <a:chExt cx="0" cy="0"/>
        </a:xfrm>
      </p:grpSpPr>
      <p:pic>
        <p:nvPicPr>
          <p:cNvPr id="2097152" name="Picture 2" descr="\\DROBO-FS\QuickDrops\JB\PPTX NG\Droplets\LightingOverlay.png"/>
          <p:cNvPicPr>
            <a:picLocks noChangeAspect="1" noChangeArrowheads="1"/>
          </p:cNvPicPr>
          <p:nvPr/>
        </p:nvPicPr>
        <p:blipFill>
          <a:blip r:embed="rId21">
            <a:alphaModFix amt="30000"/>
          </a:blip>
          <a:srcRect/>
          <a:stretch>
            <a:fillRect/>
          </a:stretch>
        </p:blipFill>
        <p:spPr bwMode="auto">
          <a:xfrm>
            <a:off x="1" y="-1"/>
            <a:ext cx="9144003" cy="5143501"/>
          </a:xfrm>
          <a:prstGeom prst="rect">
            <a:avLst/>
          </a:prstGeom>
          <a:noFill/>
        </p:spPr>
      </p:pic>
      <p:grpSp>
        <p:nvGrpSpPr>
          <p:cNvPr id="13" name="Group 7"/>
          <p:cNvGrpSpPr/>
          <p:nvPr/>
        </p:nvGrpSpPr>
        <p:grpSpPr>
          <a:xfrm>
            <a:off x="-10716" y="0"/>
            <a:ext cx="9040416" cy="5143501"/>
            <a:chOff x="-14288" y="0"/>
            <a:chExt cx="12053888" cy="6858001"/>
          </a:xfrm>
        </p:grpSpPr>
        <p:grpSp>
          <p:nvGrpSpPr>
            <p:cNvPr id="14"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gradFill>
          </p:grpSpPr>
          <p:sp>
            <p:nvSpPr>
              <p:cNvPr id="1048576" name="Rectangle 5"/>
              <p:cNvSpPr>
                <a:spLocks noChangeArrowheads="1"/>
              </p:cNvSpPr>
              <p:nvPr/>
            </p:nvSpPr>
            <p:spPr bwMode="auto">
              <a:xfrm>
                <a:off x="114300" y="4763"/>
                <a:ext cx="23813" cy="2181225"/>
              </a:xfrm>
              <a:prstGeom prst="rect">
                <a:avLst/>
              </a:prstGeom>
              <a:grpFill/>
              <a:ln>
                <a:noFill/>
              </a:ln>
            </p:spPr>
            <p:txBody>
              <a:bodyPr/>
              <a:lstStyle/>
              <a:p>
                <a:endParaRPr lang="en-IN"/>
              </a:p>
            </p:txBody>
          </p:sp>
          <p:sp>
            <p:nvSpPr>
              <p:cNvPr id="1048577"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txBody>
              <a:bodyPr/>
              <a:lstStyle/>
              <a:p>
                <a:endParaRPr lang="en-IN"/>
              </a:p>
            </p:txBody>
          </p:sp>
          <p:sp>
            <p:nvSpPr>
              <p:cNvPr id="1048578"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579"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p:spPr>
            <p:txBody>
              <a:bodyPr/>
              <a:lstStyle/>
              <a:p>
                <a:endParaRPr lang="en-IN"/>
              </a:p>
            </p:txBody>
          </p:sp>
          <p:sp>
            <p:nvSpPr>
              <p:cNvPr id="1048580"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p:spPr>
            <p:txBody>
              <a:bodyPr/>
              <a:lstStyle/>
              <a:p>
                <a:endParaRPr lang="en-IN"/>
              </a:p>
            </p:txBody>
          </p:sp>
          <p:sp>
            <p:nvSpPr>
              <p:cNvPr id="1048581"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p:spPr>
            <p:txBody>
              <a:bodyPr/>
              <a:lstStyle/>
              <a:p>
                <a:endParaRPr lang="en-IN"/>
              </a:p>
            </p:txBody>
          </p:sp>
          <p:sp>
            <p:nvSpPr>
              <p:cNvPr id="1048582"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p:spPr>
            <p:txBody>
              <a:bodyPr/>
              <a:lstStyle/>
              <a:p>
                <a:endParaRPr lang="en-IN"/>
              </a:p>
            </p:txBody>
          </p:sp>
          <p:sp>
            <p:nvSpPr>
              <p:cNvPr id="1048583"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p:spPr>
            <p:txBody>
              <a:bodyPr/>
              <a:lstStyle/>
              <a:p>
                <a:endParaRPr lang="en-IN"/>
              </a:p>
            </p:txBody>
          </p:sp>
          <p:sp>
            <p:nvSpPr>
              <p:cNvPr id="1048584"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585"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p:spPr>
            <p:txBody>
              <a:bodyPr/>
              <a:lstStyle/>
              <a:p>
                <a:endParaRPr lang="en-IN"/>
              </a:p>
            </p:txBody>
          </p:sp>
          <p:sp>
            <p:nvSpPr>
              <p:cNvPr id="1048586"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p:spPr>
            <p:txBody>
              <a:bodyPr/>
              <a:lstStyle/>
              <a:p>
                <a:endParaRPr lang="en-IN"/>
              </a:p>
            </p:txBody>
          </p:sp>
          <p:sp>
            <p:nvSpPr>
              <p:cNvPr id="1048587" name="Line 16"/>
              <p:cNvSpPr>
                <a:spLocks noChangeShapeType="1"/>
              </p:cNvSpPr>
              <p:nvPr/>
            </p:nvSpPr>
            <p:spPr bwMode="auto">
              <a:xfrm>
                <a:off x="-4763" y="9525"/>
                <a:ext cx="0" cy="0"/>
              </a:xfrm>
              <a:prstGeom prst="line">
                <a:avLst/>
              </a:prstGeom>
              <a:grpFill/>
              <a:ln w="15" cap="flat">
                <a:solidFill>
                  <a:srgbClr val="FFFFFF"/>
                </a:solidFill>
                <a:prstDash val="solid"/>
                <a:miter lim="800000"/>
              </a:ln>
            </p:spPr>
            <p:txBody>
              <a:bodyPr/>
              <a:lstStyle/>
              <a:p>
                <a:endParaRPr lang="en-IN"/>
              </a:p>
            </p:txBody>
          </p:sp>
          <p:sp>
            <p:nvSpPr>
              <p:cNvPr id="1048588"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p:spPr>
            <p:txBody>
              <a:bodyPr/>
              <a:lstStyle/>
              <a:p>
                <a:endParaRPr lang="en-IN"/>
              </a:p>
            </p:txBody>
          </p:sp>
          <p:sp>
            <p:nvSpPr>
              <p:cNvPr id="1048589"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p:spPr>
            <p:txBody>
              <a:bodyPr/>
              <a:lstStyle/>
              <a:p>
                <a:endParaRPr lang="en-IN"/>
              </a:p>
            </p:txBody>
          </p:sp>
          <p:sp>
            <p:nvSpPr>
              <p:cNvPr id="1048590"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p:spPr>
            <p:txBody>
              <a:bodyPr/>
              <a:lstStyle/>
              <a:p>
                <a:endParaRPr lang="en-IN"/>
              </a:p>
            </p:txBody>
          </p:sp>
          <p:sp>
            <p:nvSpPr>
              <p:cNvPr id="1048591"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p:spPr>
            <p:txBody>
              <a:bodyPr/>
              <a:lstStyle/>
              <a:p>
                <a:endParaRPr lang="en-IN"/>
              </a:p>
            </p:txBody>
          </p:sp>
          <p:sp>
            <p:nvSpPr>
              <p:cNvPr id="1048592" name="Rectangle 21"/>
              <p:cNvSpPr>
                <a:spLocks noChangeArrowheads="1"/>
              </p:cNvSpPr>
              <p:nvPr/>
            </p:nvSpPr>
            <p:spPr bwMode="auto">
              <a:xfrm>
                <a:off x="133350" y="4662488"/>
                <a:ext cx="23813" cy="2181225"/>
              </a:xfrm>
              <a:prstGeom prst="rect">
                <a:avLst/>
              </a:prstGeom>
              <a:grpFill/>
              <a:ln>
                <a:noFill/>
              </a:ln>
            </p:spPr>
            <p:txBody>
              <a:bodyPr/>
              <a:lstStyle/>
              <a:p>
                <a:endParaRPr lang="en-IN"/>
              </a:p>
            </p:txBody>
          </p:sp>
          <p:sp>
            <p:nvSpPr>
              <p:cNvPr id="1048593"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p:spPr>
            <p:txBody>
              <a:bodyPr/>
              <a:lstStyle/>
              <a:p>
                <a:endParaRPr lang="en-IN"/>
              </a:p>
            </p:txBody>
          </p:sp>
          <p:sp>
            <p:nvSpPr>
              <p:cNvPr id="1048594"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p:spPr>
            <p:txBody>
              <a:bodyPr/>
              <a:lstStyle/>
              <a:p>
                <a:endParaRPr lang="en-IN"/>
              </a:p>
            </p:txBody>
          </p:sp>
          <p:sp>
            <p:nvSpPr>
              <p:cNvPr id="1048595"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p:spPr>
            <p:txBody>
              <a:bodyPr/>
              <a:lstStyle/>
              <a:p>
                <a:endParaRPr lang="en-IN"/>
              </a:p>
            </p:txBody>
          </p:sp>
          <p:sp>
            <p:nvSpPr>
              <p:cNvPr id="1048596"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597"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p:spPr>
            <p:txBody>
              <a:bodyPr/>
              <a:lstStyle/>
              <a:p>
                <a:endParaRPr lang="en-IN"/>
              </a:p>
            </p:txBody>
          </p:sp>
          <p:sp>
            <p:nvSpPr>
              <p:cNvPr id="1048598"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p:spPr>
            <p:txBody>
              <a:bodyPr/>
              <a:lstStyle/>
              <a:p>
                <a:endParaRPr lang="en-IN"/>
              </a:p>
            </p:txBody>
          </p:sp>
          <p:sp>
            <p:nvSpPr>
              <p:cNvPr id="1048599"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600"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601"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p:spPr>
            <p:txBody>
              <a:bodyPr/>
              <a:lstStyle/>
              <a:p>
                <a:endParaRPr lang="en-IN"/>
              </a:p>
            </p:txBody>
          </p:sp>
          <p:sp>
            <p:nvSpPr>
              <p:cNvPr id="1048602"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p:spPr>
            <p:txBody>
              <a:bodyPr/>
              <a:lstStyle/>
              <a:p>
                <a:endParaRPr lang="en-IN"/>
              </a:p>
            </p:txBody>
          </p:sp>
        </p:grpSp>
        <p:grpSp>
          <p:nvGrpSpPr>
            <p:cNvPr id="15"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gradFill>
          </p:grpSpPr>
          <p:sp>
            <p:nvSpPr>
              <p:cNvPr id="1048603"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p:spPr>
            <p:txBody>
              <a:bodyPr/>
              <a:lstStyle/>
              <a:p>
                <a:endParaRPr lang="en-IN"/>
              </a:p>
            </p:txBody>
          </p:sp>
          <p:sp>
            <p:nvSpPr>
              <p:cNvPr id="1048604"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p:spPr>
            <p:txBody>
              <a:bodyPr/>
              <a:lstStyle/>
              <a:p>
                <a:endParaRPr lang="en-IN"/>
              </a:p>
            </p:txBody>
          </p:sp>
          <p:sp>
            <p:nvSpPr>
              <p:cNvPr id="1048605"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606"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p:spPr>
            <p:txBody>
              <a:bodyPr/>
              <a:lstStyle/>
              <a:p>
                <a:endParaRPr lang="en-IN"/>
              </a:p>
            </p:txBody>
          </p:sp>
          <p:sp>
            <p:nvSpPr>
              <p:cNvPr id="1048607"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p:spPr>
            <p:txBody>
              <a:bodyPr/>
              <a:lstStyle/>
              <a:p>
                <a:endParaRPr lang="en-IN"/>
              </a:p>
            </p:txBody>
          </p:sp>
          <p:sp>
            <p:nvSpPr>
              <p:cNvPr id="1048608"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p:spPr>
            <p:txBody>
              <a:bodyPr/>
              <a:lstStyle/>
              <a:p>
                <a:endParaRPr lang="en-IN"/>
              </a:p>
            </p:txBody>
          </p:sp>
          <p:sp>
            <p:nvSpPr>
              <p:cNvPr id="1048609"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610"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p:spPr>
            <p:txBody>
              <a:bodyPr/>
              <a:lstStyle/>
              <a:p>
                <a:endParaRPr lang="en-IN"/>
              </a:p>
            </p:txBody>
          </p:sp>
          <p:sp>
            <p:nvSpPr>
              <p:cNvPr id="1048611"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p:spPr>
            <p:txBody>
              <a:bodyPr/>
              <a:lstStyle/>
              <a:p>
                <a:endParaRPr lang="en-IN"/>
              </a:p>
            </p:txBody>
          </p:sp>
          <p:sp>
            <p:nvSpPr>
              <p:cNvPr id="1048612" name="Rectangle 41"/>
              <p:cNvSpPr>
                <a:spLocks noChangeArrowheads="1"/>
              </p:cNvSpPr>
              <p:nvPr/>
            </p:nvSpPr>
            <p:spPr bwMode="auto">
              <a:xfrm>
                <a:off x="11939587" y="6596063"/>
                <a:ext cx="23813" cy="252413"/>
              </a:xfrm>
              <a:prstGeom prst="rect">
                <a:avLst/>
              </a:prstGeom>
              <a:grpFill/>
              <a:ln>
                <a:noFill/>
              </a:ln>
            </p:spPr>
            <p:txBody>
              <a:bodyPr/>
              <a:lstStyle/>
              <a:p>
                <a:endParaRPr lang="en-IN"/>
              </a:p>
            </p:txBody>
          </p:sp>
        </p:grpSp>
      </p:grpSp>
      <p:sp>
        <p:nvSpPr>
          <p:cNvPr id="1048613" name="Title Placeholder 1"/>
          <p:cNvSpPr>
            <a:spLocks noGrp="1"/>
          </p:cNvSpPr>
          <p:nvPr>
            <p:ph type="title"/>
          </p:nvPr>
        </p:nvSpPr>
        <p:spPr>
          <a:xfrm>
            <a:off x="856060" y="463889"/>
            <a:ext cx="7429499" cy="1108928"/>
          </a:xfrm>
          <a:prstGeom prst="rect">
            <a:avLst/>
          </a:prstGeom>
        </p:spPr>
        <p:txBody>
          <a:bodyPr vert="horz" lIns="91440" tIns="45720" rIns="91440" bIns="45720" rtlCol="0" anchor="ctr">
            <a:normAutofit/>
          </a:bodyPr>
          <a:lstStyle/>
          <a:p>
            <a:endParaRPr lang="en-US"/>
          </a:p>
        </p:txBody>
      </p:sp>
      <p:sp>
        <p:nvSpPr>
          <p:cNvPr id="1048614" name="Text Placeholder 2"/>
          <p:cNvSpPr>
            <a:spLocks noGrp="1"/>
          </p:cNvSpPr>
          <p:nvPr>
            <p:ph type="body" idx="1"/>
          </p:nvPr>
        </p:nvSpPr>
        <p:spPr>
          <a:xfrm>
            <a:off x="856060" y="1687115"/>
            <a:ext cx="7429500" cy="265628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615" name="Date Placeholder 3"/>
          <p:cNvSpPr>
            <a:spLocks noGrp="1"/>
          </p:cNvSpPr>
          <p:nvPr>
            <p:ph type="dt" sz="half" idx="2"/>
          </p:nvPr>
        </p:nvSpPr>
        <p:spPr>
          <a:xfrm>
            <a:off x="5592691" y="4412458"/>
            <a:ext cx="2057400" cy="273844"/>
          </a:xfrm>
          <a:prstGeom prst="rect">
            <a:avLst/>
          </a:prstGeom>
        </p:spPr>
        <p:txBody>
          <a:bodyPr vert="horz" lIns="91440" tIns="45720" rIns="91440" bIns="45720" rtlCol="0" anchor="ctr"/>
          <a:lstStyle>
            <a:lvl1pPr algn="r">
              <a:defRPr sz="788">
                <a:solidFill>
                  <a:schemeClr val="tx1">
                    <a:tint val="75000"/>
                  </a:schemeClr>
                </a:solidFill>
              </a:defRPr>
            </a:lvl1pPr>
          </a:lstStyle>
          <a:p>
            <a:fld id="{1D8BD707-D9CF-40AE-B4C6-C98DA3205C09}" type="datetimeFigureOut">
              <a:rPr lang="en-US" smtClean="0"/>
              <a:t>4/8/2026</a:t>
            </a:fld>
            <a:endParaRPr lang="en-US"/>
          </a:p>
        </p:txBody>
      </p:sp>
      <p:sp>
        <p:nvSpPr>
          <p:cNvPr id="1048616" name="Footer Placeholder 4"/>
          <p:cNvSpPr>
            <a:spLocks noGrp="1"/>
          </p:cNvSpPr>
          <p:nvPr>
            <p:ph type="ftr" sz="quarter" idx="3"/>
          </p:nvPr>
        </p:nvSpPr>
        <p:spPr>
          <a:xfrm>
            <a:off x="856059" y="4412457"/>
            <a:ext cx="4679482" cy="273844"/>
          </a:xfrm>
          <a:prstGeom prst="rect">
            <a:avLst/>
          </a:prstGeom>
        </p:spPr>
        <p:txBody>
          <a:bodyPr vert="horz" lIns="91440" tIns="45720" rIns="91440" bIns="45720" rtlCol="0" anchor="ctr"/>
          <a:lstStyle>
            <a:lvl1pPr algn="l">
              <a:defRPr sz="788" cap="all" baseline="0">
                <a:solidFill>
                  <a:schemeClr val="tx1">
                    <a:tint val="75000"/>
                  </a:schemeClr>
                </a:solidFill>
              </a:defRPr>
            </a:lvl1pPr>
          </a:lstStyle>
          <a:p>
            <a:endParaRPr lang="en-US"/>
          </a:p>
        </p:txBody>
      </p:sp>
      <p:sp>
        <p:nvSpPr>
          <p:cNvPr id="1048617" name="Slide Number Placeholder 5"/>
          <p:cNvSpPr>
            <a:spLocks noGrp="1"/>
          </p:cNvSpPr>
          <p:nvPr>
            <p:ph type="sldNum" sz="quarter" idx="4"/>
          </p:nvPr>
        </p:nvSpPr>
        <p:spPr>
          <a:xfrm>
            <a:off x="7707241" y="4412456"/>
            <a:ext cx="578317" cy="273844"/>
          </a:xfrm>
          <a:prstGeom prst="rect">
            <a:avLst/>
          </a:prstGeom>
        </p:spPr>
        <p:txBody>
          <a:bodyPr vert="horz" lIns="91440" tIns="45720" rIns="91440" bIns="45720" rtlCol="0" anchor="ctr"/>
          <a:lstStyle>
            <a:lvl1pPr algn="r">
              <a:defRPr sz="788">
                <a:solidFill>
                  <a:schemeClr val="tx1">
                    <a:tint val="75000"/>
                  </a:schemeClr>
                </a:solidFill>
              </a:defRPr>
            </a:lvl1pPr>
          </a:lstStyle>
          <a:p>
            <a:fld id="{B6F15528-21DE-4FAA-801E-634DDDAF4B2B}"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8" r:id="rId19"/>
  </p:sldLayoutIdLst>
  <p:hf hdr="0" ftr="0" dt="0"/>
  <p:txStyles>
    <p:titleStyle>
      <a:lvl1pPr algn="l" defTabSz="685800" rtl="0" eaLnBrk="1" latinLnBrk="0" hangingPunct="1">
        <a:lnSpc>
          <a:spcPct val="90000"/>
        </a:lnSpc>
        <a:spcBef>
          <a:spcPct val="0"/>
        </a:spcBef>
        <a:buNone/>
        <a:defRPr sz="2700" kern="1200" cap="all" baseline="0">
          <a:solidFill>
            <a:schemeClr val="tx1"/>
          </a:solidFill>
          <a:latin typeface="+mj-lt"/>
          <a:ea typeface="+mj-ea"/>
          <a:cs typeface="+mj-cs"/>
        </a:defRPr>
      </a:lvl1pPr>
    </p:titleStyle>
    <p:bodyStyle>
      <a:lvl1pPr marL="171450" indent="-171450" algn="l" defTabSz="685800" rtl="0" eaLnBrk="1" latinLnBrk="0" hangingPunct="1">
        <a:lnSpc>
          <a:spcPct val="120000"/>
        </a:lnSpc>
        <a:spcBef>
          <a:spcPts val="750"/>
        </a:spcBef>
        <a:buSzPct val="125000"/>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SzPct val="125000"/>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SzPct val="125000"/>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SzPct val="125000"/>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SzPct val="125000"/>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7pPr>
      <a:lvl8pPr marL="25717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8pPr>
      <a:lvl9pPr marL="29146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5.jfif"/><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1048727" name="TextBox 3"/>
          <p:cNvSpPr txBox="1"/>
          <p:nvPr/>
        </p:nvSpPr>
        <p:spPr>
          <a:xfrm>
            <a:off x="1262862" y="-8311"/>
            <a:ext cx="7284581" cy="938719"/>
          </a:xfrm>
          <a:prstGeom prst="rect">
            <a:avLst/>
          </a:prstGeom>
          <a:noFill/>
        </p:spPr>
        <p:txBody>
          <a:bodyPr wrap="square">
            <a:spAutoFit/>
          </a:bodyPr>
          <a:lstStyle/>
          <a:p>
            <a:pPr marL="0" marR="0" lvl="0" indent="0" algn="ctr" rtl="0">
              <a:spcBef>
                <a:spcPts val="0"/>
              </a:spcBef>
              <a:spcAft>
                <a:spcPts val="0"/>
              </a:spcAft>
              <a:buClr>
                <a:schemeClr val="dk1"/>
              </a:buClr>
              <a:buSzPts val="2400"/>
              <a:buFont typeface="Constantia"/>
              <a:buNone/>
            </a:pPr>
            <a:r>
              <a:rPr lang="en-US" sz="3800" b="1" i="0" u="none" strike="noStrike" cap="none" spc="300" dirty="0">
                <a:solidFill>
                  <a:srgbClr val="FF0000"/>
                </a:solidFill>
                <a:latin typeface="Times New Roman" panose="02020603050405020304" pitchFamily="18" charset="0"/>
                <a:ea typeface="Constantia"/>
                <a:cs typeface="Times New Roman" pitchFamily="18" charset="0"/>
                <a:sym typeface="Constantia"/>
              </a:rPr>
              <a:t>Anantha Lakshmi</a:t>
            </a:r>
          </a:p>
          <a:p>
            <a:pPr marL="0" marR="0" lvl="0" indent="0" algn="ctr" rtl="0">
              <a:spcBef>
                <a:spcPts val="0"/>
              </a:spcBef>
              <a:spcAft>
                <a:spcPts val="0"/>
              </a:spcAft>
              <a:buClr>
                <a:schemeClr val="dk1"/>
              </a:buClr>
              <a:buSzPts val="3200"/>
              <a:buFont typeface="Constantia"/>
              <a:buNone/>
            </a:pPr>
            <a:r>
              <a:rPr lang="en-US" sz="1700" b="1" i="0" u="none" strike="noStrike" cap="none" dirty="0">
                <a:solidFill>
                  <a:schemeClr val="accent5">
                    <a:lumMod val="50000"/>
                  </a:schemeClr>
                </a:solidFill>
                <a:latin typeface="Times New Roman" panose="02020603050405020304" pitchFamily="18" charset="0"/>
                <a:ea typeface="Constantia"/>
                <a:cs typeface="Times New Roman" panose="02020603050405020304" pitchFamily="18" charset="0"/>
                <a:sym typeface="Constantia"/>
              </a:rPr>
              <a:t>INSTITUTE OF TECHNOLOGY &amp; SCIENCES</a:t>
            </a:r>
          </a:p>
        </p:txBody>
      </p:sp>
      <p:pic>
        <p:nvPicPr>
          <p:cNvPr id="2097161" name="Picture 2" descr="C:\Users\KARISHMA\Downloads\InShot_20240910_230427087.png"/>
          <p:cNvPicPr>
            <a:picLocks noChangeAspect="1" noChangeArrowheads="1"/>
          </p:cNvPicPr>
          <p:nvPr/>
        </p:nvPicPr>
        <p:blipFill>
          <a:blip r:embed="rId3"/>
          <a:srcRect/>
          <a:stretch>
            <a:fillRect/>
          </a:stretch>
        </p:blipFill>
        <p:spPr bwMode="auto">
          <a:xfrm>
            <a:off x="1262862" y="0"/>
            <a:ext cx="1224604" cy="973100"/>
          </a:xfrm>
          <a:prstGeom prst="rect">
            <a:avLst/>
          </a:prstGeom>
          <a:noFill/>
        </p:spPr>
      </p:pic>
      <p:sp>
        <p:nvSpPr>
          <p:cNvPr id="1048728" name="Google Shape;78;p1"/>
          <p:cNvSpPr txBox="1"/>
          <p:nvPr/>
        </p:nvSpPr>
        <p:spPr>
          <a:xfrm>
            <a:off x="-4572000" y="1117382"/>
            <a:ext cx="18288000" cy="112334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Clr>
                <a:schemeClr val="dk1"/>
              </a:buClr>
              <a:buSzPts val="2400"/>
              <a:buFont typeface="Constantia"/>
              <a:buNone/>
            </a:pPr>
            <a:r>
              <a:rPr lang="en-US" sz="1550" b="1" dirty="0">
                <a:solidFill>
                  <a:schemeClr val="dk1"/>
                </a:solidFill>
                <a:latin typeface="Times New Roman" panose="02020603050405020304" pitchFamily="18" charset="0"/>
                <a:ea typeface="Constantia"/>
                <a:cs typeface="Times New Roman" panose="02020603050405020304" pitchFamily="18" charset="0"/>
                <a:sym typeface="Constantia"/>
              </a:rPr>
              <a:t>Brief Presentation</a:t>
            </a:r>
            <a:endParaRPr lang="en-US" sz="1550" b="1" i="0" u="none" strike="noStrike" cap="none" dirty="0">
              <a:solidFill>
                <a:schemeClr val="dk1"/>
              </a:solidFill>
              <a:latin typeface="Times New Roman" panose="02020603050405020304" pitchFamily="18" charset="0"/>
              <a:ea typeface="Constantia"/>
              <a:cs typeface="Times New Roman" panose="02020603050405020304" pitchFamily="18" charset="0"/>
              <a:sym typeface="Constantia"/>
            </a:endParaRPr>
          </a:p>
          <a:p>
            <a:pPr marL="0" marR="0" lvl="0" indent="0" algn="ctr" rtl="0">
              <a:spcBef>
                <a:spcPts val="0"/>
              </a:spcBef>
              <a:spcAft>
                <a:spcPts val="0"/>
              </a:spcAft>
              <a:buClr>
                <a:schemeClr val="dk1"/>
              </a:buClr>
              <a:buSzPts val="2400"/>
              <a:buFont typeface="Constantia"/>
              <a:buNone/>
            </a:pPr>
            <a:r>
              <a:rPr lang="en-US" sz="1550" b="1" i="0" u="none" strike="noStrike" cap="none" dirty="0">
                <a:solidFill>
                  <a:schemeClr val="dk1"/>
                </a:solidFill>
                <a:latin typeface="Constantia"/>
                <a:ea typeface="Constantia"/>
                <a:cs typeface="Constantia"/>
                <a:sym typeface="Constantia"/>
              </a:rPr>
              <a:t> </a:t>
            </a:r>
            <a:r>
              <a:rPr lang="en-US" sz="1550" b="1" i="0" u="none" strike="noStrike" cap="none" dirty="0">
                <a:solidFill>
                  <a:schemeClr val="dk1"/>
                </a:solidFill>
                <a:latin typeface="Times New Roman" panose="02020603050405020304" pitchFamily="18" charset="0"/>
                <a:ea typeface="Constantia"/>
                <a:cs typeface="Times New Roman" panose="02020603050405020304" pitchFamily="18" charset="0"/>
                <a:sym typeface="Constantia"/>
              </a:rPr>
              <a:t>on</a:t>
            </a:r>
          </a:p>
          <a:p>
            <a:pPr lvl="0" algn="ctr">
              <a:buClr>
                <a:schemeClr val="dk1"/>
              </a:buClr>
              <a:buSzPts val="2400"/>
            </a:pPr>
            <a:r>
              <a:rPr lang="en-US" b="1" i="0" u="none" strike="noStrike" cap="none" dirty="0">
                <a:solidFill>
                  <a:srgbClr val="002060"/>
                </a:solidFill>
                <a:latin typeface="Times New Roman" panose="02020603050405020304" pitchFamily="18" charset="0"/>
                <a:ea typeface="Constantia"/>
                <a:cs typeface="Times New Roman" panose="02020603050405020304" pitchFamily="18" charset="0"/>
                <a:sym typeface="Constantia"/>
              </a:rPr>
              <a:t>   </a:t>
            </a:r>
            <a:r>
              <a:rPr lang="en-US" b="1" dirty="0">
                <a:solidFill>
                  <a:srgbClr val="002060"/>
                </a:solidFill>
                <a:latin typeface="Times New Roman" panose="02020603050405020304" pitchFamily="18" charset="0"/>
                <a:ea typeface="Constantia"/>
                <a:cs typeface="Times New Roman" panose="02020603050405020304" pitchFamily="18" charset="0"/>
                <a:sym typeface="Constantia"/>
              </a:rPr>
              <a:t>Design of 4-bit Multiplier using Modified Gate Diffusion Input Technology for Low Power</a:t>
            </a:r>
          </a:p>
          <a:p>
            <a:pPr lvl="0" algn="ctr">
              <a:buClr>
                <a:schemeClr val="dk1"/>
              </a:buClr>
              <a:buSzPts val="2400"/>
            </a:pPr>
            <a:r>
              <a:rPr lang="en-US" b="1" dirty="0">
                <a:solidFill>
                  <a:srgbClr val="002060"/>
                </a:solidFill>
                <a:latin typeface="Times New Roman" panose="02020603050405020304" pitchFamily="18" charset="0"/>
                <a:ea typeface="Constantia"/>
                <a:cs typeface="Times New Roman" panose="02020603050405020304" pitchFamily="18" charset="0"/>
                <a:sym typeface="Constantia"/>
              </a:rPr>
              <a:t> Applications</a:t>
            </a:r>
            <a:endParaRPr lang="zh-CN" altLang="en-US" b="1" dirty="0"/>
          </a:p>
        </p:txBody>
      </p:sp>
      <p:sp>
        <p:nvSpPr>
          <p:cNvPr id="1048729" name="Google Shape;78;p1"/>
          <p:cNvSpPr txBox="1"/>
          <p:nvPr/>
        </p:nvSpPr>
        <p:spPr>
          <a:xfrm>
            <a:off x="3245041" y="858260"/>
            <a:ext cx="2923424" cy="307736"/>
          </a:xfrm>
          <a:prstGeom prst="rect">
            <a:avLst/>
          </a:prstGeom>
          <a:noFill/>
          <a:ln>
            <a:noFill/>
          </a:ln>
        </p:spPr>
        <p:txBody>
          <a:bodyPr spcFirstLastPara="1" wrap="square" lIns="91425" tIns="45700" rIns="91425" bIns="45700" anchor="t" anchorCtr="0">
            <a:spAutoFit/>
            <a:scene3d>
              <a:camera prst="orthographicFront"/>
              <a:lightRig rig="flat" dir="t">
                <a:rot lat="0" lon="0" rev="18900000"/>
              </a:lightRig>
            </a:scene3d>
            <a:sp3d extrusionH="31750" contourW="6350" prstMaterial="powder">
              <a:bevelT w="19050" h="19050" prst="angle"/>
              <a:contourClr>
                <a:schemeClr val="accent3">
                  <a:tint val="100000"/>
                  <a:shade val="100000"/>
                  <a:satMod val="100000"/>
                  <a:hueMod val="100000"/>
                </a:schemeClr>
              </a:contourClr>
            </a:sp3d>
          </a:bodyPr>
          <a:lstStyle/>
          <a:p>
            <a:pPr marL="0" marR="0" lvl="0" indent="0" algn="ctr" rtl="0">
              <a:spcBef>
                <a:spcPts val="0"/>
              </a:spcBef>
              <a:spcAft>
                <a:spcPts val="0"/>
              </a:spcAft>
              <a:buClr>
                <a:schemeClr val="dk1"/>
              </a:buClr>
              <a:buSzPts val="2400"/>
              <a:buFont typeface="Constantia"/>
              <a:buNone/>
            </a:pPr>
            <a:r>
              <a:rPr lang="en-US" sz="1400" b="1" dirty="0">
                <a:solidFill>
                  <a:srgbClr val="C00000"/>
                </a:solidFill>
                <a:latin typeface="Times New Roman" panose="02020603050405020304" pitchFamily="18" charset="0"/>
                <a:ea typeface="Constantia"/>
                <a:cs typeface="Times New Roman" panose="02020603050405020304" pitchFamily="18" charset="0"/>
                <a:sym typeface="Constantia"/>
              </a:rPr>
              <a:t>(AUTONOMOUS)</a:t>
            </a:r>
            <a:endParaRPr sz="1400" b="1" i="0" u="none" strike="noStrike" dirty="0">
              <a:solidFill>
                <a:srgbClr val="C00000"/>
              </a:solidFill>
              <a:latin typeface="Times New Roman" panose="02020603050405020304" pitchFamily="18" charset="0"/>
              <a:ea typeface="Constantia"/>
              <a:cs typeface="Times New Roman" panose="02020603050405020304" pitchFamily="18" charset="0"/>
              <a:sym typeface="Constantia"/>
            </a:endParaRPr>
          </a:p>
        </p:txBody>
      </p:sp>
      <p:sp>
        <p:nvSpPr>
          <p:cNvPr id="1048730" name="TextBox 11"/>
          <p:cNvSpPr txBox="1"/>
          <p:nvPr/>
        </p:nvSpPr>
        <p:spPr>
          <a:xfrm>
            <a:off x="134753" y="2192112"/>
            <a:ext cx="9144000" cy="800219"/>
          </a:xfrm>
          <a:prstGeom prst="rect">
            <a:avLst/>
          </a:prstGeom>
          <a:noFill/>
        </p:spPr>
        <p:txBody>
          <a:bodyPr wrap="square">
            <a:spAutoFit/>
          </a:bodyPr>
          <a:lstStyle/>
          <a:p>
            <a:pPr marL="0" marR="0" lvl="0" indent="0" algn="ctr" rtl="0">
              <a:spcBef>
                <a:spcPts val="0"/>
              </a:spcBef>
              <a:spcAft>
                <a:spcPts val="0"/>
              </a:spcAft>
              <a:buClr>
                <a:schemeClr val="dk1"/>
              </a:buClr>
              <a:buSzPts val="2400"/>
              <a:buFont typeface="Constantia"/>
              <a:buNone/>
            </a:pPr>
            <a:r>
              <a:rPr lang="en-US" sz="1400" b="1" i="0" u="none" strike="noStrike" cap="none" dirty="0">
                <a:solidFill>
                  <a:schemeClr val="bg1"/>
                </a:solidFill>
                <a:latin typeface="Times New Roman" panose="02020603050405020304" pitchFamily="18" charset="0"/>
                <a:ea typeface="Constantia"/>
                <a:cs typeface="Times New Roman" panose="02020603050405020304" pitchFamily="18" charset="0"/>
                <a:sym typeface="Constantia"/>
              </a:rPr>
              <a:t>Un</a:t>
            </a:r>
            <a:r>
              <a:rPr lang="en-US" sz="1400" b="1" dirty="0">
                <a:solidFill>
                  <a:schemeClr val="bg1"/>
                </a:solidFill>
                <a:latin typeface="Times New Roman" panose="02020603050405020304" pitchFamily="18" charset="0"/>
                <a:ea typeface="Constantia"/>
                <a:cs typeface="Times New Roman" panose="02020603050405020304" pitchFamily="18" charset="0"/>
                <a:sym typeface="Constantia"/>
              </a:rPr>
              <a:t>der </a:t>
            </a:r>
            <a:r>
              <a:rPr lang="en-US" sz="1400" b="1" i="0" u="none" strike="noStrike" cap="none" dirty="0">
                <a:solidFill>
                  <a:schemeClr val="bg1"/>
                </a:solidFill>
                <a:latin typeface="Times New Roman" panose="02020603050405020304" pitchFamily="18" charset="0"/>
                <a:ea typeface="Constantia"/>
                <a:cs typeface="Times New Roman" panose="02020603050405020304" pitchFamily="18" charset="0"/>
                <a:sym typeface="Constantia"/>
              </a:rPr>
              <a:t>Esteemed Guidance of</a:t>
            </a:r>
          </a:p>
          <a:p>
            <a:pPr algn="ctr">
              <a:buClr>
                <a:schemeClr val="dk1"/>
              </a:buClr>
              <a:buSzPts val="2400"/>
            </a:pPr>
            <a:r>
              <a:rPr lang="en-US" b="1" dirty="0" err="1">
                <a:solidFill>
                  <a:srgbClr val="002060"/>
                </a:solidFill>
                <a:latin typeface="Times New Roman" panose="02020603050405020304" pitchFamily="18" charset="0"/>
                <a:ea typeface="Constantia"/>
                <a:cs typeface="Times New Roman" panose="02020603050405020304" pitchFamily="18" charset="0"/>
                <a:sym typeface="Constantia"/>
              </a:rPr>
              <a:t>Mr</a:t>
            </a:r>
            <a:r>
              <a:rPr lang="en-US" b="1" dirty="0">
                <a:solidFill>
                  <a:srgbClr val="002060"/>
                </a:solidFill>
                <a:latin typeface="Times New Roman" panose="02020603050405020304" pitchFamily="18" charset="0"/>
                <a:ea typeface="Constantia"/>
                <a:cs typeface="Times New Roman" panose="02020603050405020304" pitchFamily="18" charset="0"/>
                <a:sym typeface="Constantia"/>
              </a:rPr>
              <a:t> .C. Obulesu </a:t>
            </a:r>
            <a:r>
              <a:rPr lang="en-US" sz="1000" b="1" dirty="0">
                <a:solidFill>
                  <a:srgbClr val="002060"/>
                </a:solidFill>
                <a:latin typeface="Times New Roman" panose="02020603050405020304" pitchFamily="18" charset="0"/>
                <a:ea typeface="Constantia"/>
                <a:cs typeface="Times New Roman" panose="02020603050405020304" pitchFamily="18" charset="0"/>
                <a:sym typeface="Constantia"/>
              </a:rPr>
              <a:t>M. Tech.,</a:t>
            </a:r>
          </a:p>
          <a:p>
            <a:pPr marL="0" marR="0" lvl="0" indent="0" algn="ctr" rtl="0">
              <a:spcBef>
                <a:spcPts val="0"/>
              </a:spcBef>
              <a:spcAft>
                <a:spcPts val="0"/>
              </a:spcAft>
              <a:buClr>
                <a:schemeClr val="dk1"/>
              </a:buClr>
              <a:buSzPts val="2400"/>
              <a:buFont typeface="Constantia"/>
              <a:buNone/>
            </a:pPr>
            <a:endParaRPr lang="en-US" sz="1400" b="1" i="0" u="none" strike="noStrike" cap="none" dirty="0">
              <a:solidFill>
                <a:srgbClr val="002060"/>
              </a:solidFill>
              <a:latin typeface="Times New Roman" panose="02020603050405020304" pitchFamily="18" charset="0"/>
              <a:ea typeface="Constantia"/>
              <a:cs typeface="Times New Roman" panose="02020603050405020304" pitchFamily="18" charset="0"/>
              <a:sym typeface="Constantia"/>
            </a:endParaRPr>
          </a:p>
        </p:txBody>
      </p:sp>
      <p:sp>
        <p:nvSpPr>
          <p:cNvPr id="1048731" name="Google Shape;80;p1"/>
          <p:cNvSpPr txBox="1"/>
          <p:nvPr/>
        </p:nvSpPr>
        <p:spPr>
          <a:xfrm>
            <a:off x="448733" y="2666198"/>
            <a:ext cx="8347882" cy="2337603"/>
          </a:xfrm>
          <a:prstGeom prst="rect">
            <a:avLst/>
          </a:prstGeom>
          <a:noFill/>
          <a:ln>
            <a:noFill/>
          </a:ln>
        </p:spPr>
        <p:txBody>
          <a:bodyPr spcFirstLastPara="1" wrap="square" lIns="91425" tIns="45700" rIns="91425" bIns="45700" anchor="t" anchorCtr="0">
            <a:noAutofit/>
          </a:bodyPr>
          <a:lstStyle/>
          <a:p>
            <a:pPr marL="0" marR="0" lvl="0" indent="0" algn="ctr" rtl="0">
              <a:lnSpc>
                <a:spcPct val="124444"/>
              </a:lnSpc>
              <a:spcBef>
                <a:spcPts val="0"/>
              </a:spcBef>
              <a:spcAft>
                <a:spcPts val="0"/>
              </a:spcAft>
              <a:buClr>
                <a:srgbClr val="000000"/>
              </a:buClr>
              <a:buSzPts val="1800"/>
              <a:buFont typeface="Poppins"/>
              <a:buNone/>
            </a:pPr>
            <a:r>
              <a:rPr lang="en-US" sz="1500" b="1" dirty="0">
                <a:solidFill>
                  <a:schemeClr val="bg1"/>
                </a:solidFill>
                <a:latin typeface="Times New Roman" panose="02020603050405020304" pitchFamily="18" charset="0"/>
                <a:ea typeface="Constantia"/>
                <a:cs typeface="Times New Roman" panose="02020603050405020304" pitchFamily="18" charset="0"/>
                <a:sym typeface="Poppins"/>
              </a:rPr>
              <a:t>Presented by</a:t>
            </a:r>
          </a:p>
          <a:p>
            <a:pPr marL="0" marR="0" lvl="0" indent="0" algn="ctr" rtl="0">
              <a:lnSpc>
                <a:spcPct val="124444"/>
              </a:lnSpc>
              <a:spcBef>
                <a:spcPts val="0"/>
              </a:spcBef>
              <a:spcAft>
                <a:spcPts val="0"/>
              </a:spcAft>
              <a:buClr>
                <a:srgbClr val="000000"/>
              </a:buClr>
              <a:buSzPts val="1800"/>
              <a:buFont typeface="Poppins"/>
              <a:buNone/>
            </a:pPr>
            <a:r>
              <a:rPr lang="en-US" sz="1400" b="1" dirty="0">
                <a:solidFill>
                  <a:srgbClr val="002060"/>
                </a:solidFill>
                <a:latin typeface="Times New Roman" pitchFamily="18" charset="0"/>
                <a:ea typeface="Verdana" pitchFamily="34" charset="0"/>
                <a:cs typeface="Times New Roman" pitchFamily="18" charset="0"/>
                <a:sym typeface="Poppins"/>
              </a:rPr>
              <a:t>  S.B.CHINMAYI                                          222G1A0441</a:t>
            </a:r>
          </a:p>
          <a:p>
            <a:pPr marL="0" marR="0" lvl="0" indent="0" algn="ctr" rtl="0">
              <a:lnSpc>
                <a:spcPct val="124444"/>
              </a:lnSpc>
              <a:spcBef>
                <a:spcPts val="0"/>
              </a:spcBef>
              <a:spcAft>
                <a:spcPts val="0"/>
              </a:spcAft>
              <a:buClr>
                <a:srgbClr val="000000"/>
              </a:buClr>
              <a:buSzPts val="1800"/>
              <a:buFont typeface="Poppins"/>
              <a:buNone/>
            </a:pPr>
            <a:r>
              <a:rPr lang="en-US" sz="1400" b="1" dirty="0">
                <a:solidFill>
                  <a:srgbClr val="002060"/>
                </a:solidFill>
                <a:latin typeface="Times New Roman" pitchFamily="18" charset="0"/>
                <a:ea typeface="Verdana" pitchFamily="34" charset="0"/>
                <a:cs typeface="Times New Roman" pitchFamily="18" charset="0"/>
                <a:sym typeface="Poppins"/>
              </a:rPr>
              <a:t>  G.HARIKEERTHANA                               232G5A0412</a:t>
            </a:r>
          </a:p>
          <a:p>
            <a:pPr marL="0" marR="0" lvl="0" indent="0" algn="ctr" rtl="0">
              <a:lnSpc>
                <a:spcPct val="124444"/>
              </a:lnSpc>
              <a:spcBef>
                <a:spcPts val="0"/>
              </a:spcBef>
              <a:spcAft>
                <a:spcPts val="0"/>
              </a:spcAft>
              <a:buClr>
                <a:srgbClr val="000000"/>
              </a:buClr>
              <a:buSzPts val="1800"/>
              <a:buFont typeface="Poppins"/>
              <a:buNone/>
            </a:pPr>
            <a:r>
              <a:rPr lang="en-US" sz="1400" b="1" dirty="0">
                <a:solidFill>
                  <a:srgbClr val="002060"/>
                </a:solidFill>
                <a:latin typeface="Times New Roman" pitchFamily="18" charset="0"/>
                <a:ea typeface="Verdana" pitchFamily="34" charset="0"/>
                <a:cs typeface="Times New Roman" pitchFamily="18" charset="0"/>
                <a:sym typeface="Poppins"/>
              </a:rPr>
              <a:t>  Y.VIJAYENDRA                                        222G1A0450</a:t>
            </a:r>
          </a:p>
          <a:p>
            <a:pPr marL="0" marR="0" lvl="0" indent="0" algn="ctr" rtl="0">
              <a:lnSpc>
                <a:spcPct val="124444"/>
              </a:lnSpc>
              <a:spcBef>
                <a:spcPts val="0"/>
              </a:spcBef>
              <a:spcAft>
                <a:spcPts val="0"/>
              </a:spcAft>
              <a:buClr>
                <a:srgbClr val="000000"/>
              </a:buClr>
              <a:buSzPts val="1800"/>
              <a:buFont typeface="Poppins"/>
              <a:buNone/>
            </a:pPr>
            <a:r>
              <a:rPr lang="en-US" sz="1400" b="1" dirty="0">
                <a:solidFill>
                  <a:srgbClr val="002060"/>
                </a:solidFill>
                <a:latin typeface="Times New Roman" pitchFamily="18" charset="0"/>
                <a:ea typeface="Verdana" pitchFamily="34" charset="0"/>
                <a:cs typeface="Times New Roman" pitchFamily="18" charset="0"/>
                <a:sym typeface="Poppins"/>
              </a:rPr>
              <a:t>   K.PAVAN KALYAN                                   232G5A0413</a:t>
            </a:r>
          </a:p>
          <a:p>
            <a:pPr lvl="0" algn="ctr">
              <a:lnSpc>
                <a:spcPct val="124444"/>
              </a:lnSpc>
              <a:buClr>
                <a:srgbClr val="000000"/>
              </a:buClr>
              <a:buSzPts val="1800"/>
            </a:pPr>
            <a:r>
              <a:rPr lang="en-US" sz="1400" b="1" dirty="0">
                <a:solidFill>
                  <a:srgbClr val="002060"/>
                </a:solidFill>
                <a:latin typeface="Times New Roman" pitchFamily="18" charset="0"/>
                <a:ea typeface="Verdana" pitchFamily="34" charset="0"/>
                <a:cs typeface="Times New Roman" pitchFamily="18" charset="0"/>
                <a:sym typeface="Poppins"/>
              </a:rPr>
              <a:t>   A. NANDA                                                   222G1A0401</a:t>
            </a:r>
          </a:p>
          <a:p>
            <a:pPr marL="0" marR="0" lvl="0" indent="0" algn="ctr" rtl="0">
              <a:spcBef>
                <a:spcPts val="0"/>
              </a:spcBef>
              <a:spcAft>
                <a:spcPts val="0"/>
              </a:spcAft>
              <a:buClr>
                <a:schemeClr val="dk1"/>
              </a:buClr>
              <a:buSzPts val="2400"/>
              <a:buFont typeface="Constantia"/>
              <a:buNone/>
            </a:pPr>
            <a:r>
              <a:rPr lang="en-US" sz="1600" b="1" i="0" u="none" strike="noStrike" cap="none" dirty="0">
                <a:solidFill>
                  <a:schemeClr val="dk1"/>
                </a:solidFill>
                <a:latin typeface="Times New Roman" panose="02020603050405020304" pitchFamily="18" charset="0"/>
                <a:ea typeface="Constantia"/>
                <a:cs typeface="Times New Roman" panose="02020603050405020304" pitchFamily="18" charset="0"/>
                <a:sym typeface="Constantia"/>
              </a:rPr>
              <a:t>Department of </a:t>
            </a:r>
          </a:p>
          <a:p>
            <a:pPr marL="0" marR="0" lvl="0" indent="0" algn="ctr" rtl="0">
              <a:spcBef>
                <a:spcPts val="0"/>
              </a:spcBef>
              <a:spcAft>
                <a:spcPts val="0"/>
              </a:spcAft>
              <a:buClr>
                <a:schemeClr val="dk1"/>
              </a:buClr>
              <a:buSzPts val="3200"/>
              <a:buFont typeface="Constantia"/>
              <a:buNone/>
            </a:pPr>
            <a:r>
              <a:rPr lang="en-US" sz="1600" b="1" i="0" u="none" strike="noStrike" cap="none" dirty="0">
                <a:solidFill>
                  <a:srgbClr val="FF0000"/>
                </a:solidFill>
                <a:latin typeface="Times New Roman" panose="02020603050405020304" pitchFamily="18" charset="0"/>
                <a:ea typeface="Constantia"/>
                <a:cs typeface="Times New Roman" panose="02020603050405020304" pitchFamily="18" charset="0"/>
                <a:sym typeface="Constantia"/>
              </a:rPr>
              <a:t>ELECTRONICS AND COMMUNICATION ENGINEERING</a:t>
            </a:r>
          </a:p>
          <a:p>
            <a:pPr algn="ctr">
              <a:buClr>
                <a:schemeClr val="dk1"/>
              </a:buClr>
              <a:buSzPts val="3200"/>
            </a:pPr>
            <a:r>
              <a:rPr lang="en-US" sz="1600" b="1" dirty="0">
                <a:solidFill>
                  <a:schemeClr val="dk1"/>
                </a:solidFill>
                <a:latin typeface="Times New Roman" panose="02020603050405020304" pitchFamily="18" charset="0"/>
                <a:ea typeface="Verdana" pitchFamily="34" charset="0"/>
                <a:cs typeface="Times New Roman" pitchFamily="18" charset="0"/>
                <a:sym typeface="Poppins"/>
              </a:rPr>
              <a:t>(A.Y. 2025-2026 )</a:t>
            </a:r>
            <a:endParaRPr lang="en-US" sz="1600" b="1" i="0" u="none" strike="noStrike" cap="none" dirty="0">
              <a:solidFill>
                <a:schemeClr val="dk1"/>
              </a:solidFill>
              <a:latin typeface="Times New Roman" panose="02020603050405020304" pitchFamily="18" charset="0"/>
              <a:ea typeface="Constantia"/>
              <a:cs typeface="Times New Roman" panose="02020603050405020304" pitchFamily="18" charset="0"/>
              <a:sym typeface="Constantia"/>
            </a:endParaRPr>
          </a:p>
          <a:p>
            <a:pPr algn="ctr">
              <a:lnSpc>
                <a:spcPct val="124444"/>
              </a:lnSpc>
              <a:buClr>
                <a:srgbClr val="000000"/>
              </a:buClr>
              <a:buSzPts val="1800"/>
            </a:pPr>
            <a:endParaRPr lang="en-US" sz="2400" b="1" dirty="0">
              <a:solidFill>
                <a:srgbClr val="002060"/>
              </a:solidFill>
              <a:latin typeface="Times New Roman" pitchFamily="18" charset="0"/>
              <a:ea typeface="Verdana" pitchFamily="34" charset="0"/>
              <a:cs typeface="Times New Roman" pitchFamily="18" charset="0"/>
              <a:sym typeface="Poppins"/>
            </a:endParaRPr>
          </a:p>
          <a:p>
            <a:pPr marL="0" marR="0" lvl="0" indent="0" algn="ctr" rtl="0">
              <a:lnSpc>
                <a:spcPct val="124444"/>
              </a:lnSpc>
              <a:spcBef>
                <a:spcPts val="0"/>
              </a:spcBef>
              <a:spcAft>
                <a:spcPts val="0"/>
              </a:spcAft>
              <a:buClr>
                <a:srgbClr val="000000"/>
              </a:buClr>
              <a:buSzPts val="1800"/>
              <a:buFont typeface="Poppins"/>
              <a:buNone/>
            </a:pPr>
            <a:endParaRPr lang="en-US" sz="2400" b="1" dirty="0">
              <a:solidFill>
                <a:srgbClr val="002060"/>
              </a:solidFill>
              <a:latin typeface="Times New Roman" pitchFamily="18" charset="0"/>
              <a:ea typeface="Verdana" pitchFamily="34" charset="0"/>
              <a:cs typeface="Times New Roman" pitchFamily="18" charset="0"/>
              <a:sym typeface="Poppins"/>
            </a:endParaRPr>
          </a:p>
          <a:p>
            <a:pPr marL="0" marR="0" lvl="0" indent="0" algn="ctr" rtl="0">
              <a:lnSpc>
                <a:spcPct val="124444"/>
              </a:lnSpc>
              <a:spcBef>
                <a:spcPts val="0"/>
              </a:spcBef>
              <a:spcAft>
                <a:spcPts val="0"/>
              </a:spcAft>
              <a:buClr>
                <a:srgbClr val="000000"/>
              </a:buClr>
              <a:buSzPts val="1800"/>
              <a:buFont typeface="Poppins"/>
              <a:buNone/>
            </a:pPr>
            <a:endParaRPr lang="en-US" sz="2800" b="1" dirty="0">
              <a:solidFill>
                <a:schemeClr val="dk1"/>
              </a:solidFill>
              <a:latin typeface="Times New Roman" pitchFamily="18" charset="0"/>
              <a:ea typeface="Verdana" pitchFamily="34" charset="0"/>
              <a:cs typeface="Times New Roman" pitchFamily="18" charset="0"/>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34" name="Title 1"/>
          <p:cNvSpPr>
            <a:spLocks noGrp="1"/>
          </p:cNvSpPr>
          <p:nvPr>
            <p:ph type="title"/>
          </p:nvPr>
        </p:nvSpPr>
        <p:spPr>
          <a:xfrm>
            <a:off x="1143888" y="0"/>
            <a:ext cx="7362995" cy="677636"/>
          </a:xfrm>
        </p:spPr>
        <p:txBody>
          <a:bodyPr>
            <a:normAutofit/>
          </a:bodyPr>
          <a:lstStyle/>
          <a:p>
            <a:r>
              <a:rPr lang="en-US" sz="3000" dirty="0">
                <a:solidFill>
                  <a:srgbClr val="FF0000"/>
                </a:solidFill>
                <a:latin typeface="Times New Roman" panose="02020603050405020304" pitchFamily="18" charset="0"/>
                <a:cs typeface="Times New Roman" panose="02020603050405020304" pitchFamily="18" charset="0"/>
              </a:rPr>
              <a:t>                          </a:t>
            </a:r>
            <a:r>
              <a:rPr lang="en-US" sz="3000" b="1" dirty="0">
                <a:solidFill>
                  <a:srgbClr val="FF0000"/>
                </a:solidFill>
                <a:latin typeface="Times New Roman" panose="02020603050405020304" pitchFamily="18" charset="0"/>
                <a:cs typeface="Times New Roman" panose="02020603050405020304" pitchFamily="18" charset="0"/>
              </a:rPr>
              <a:t>CONTENTS</a:t>
            </a:r>
            <a:endParaRPr lang="en-IN" sz="3000" b="1" dirty="0">
              <a:solidFill>
                <a:srgbClr val="FF0000"/>
              </a:solidFill>
              <a:latin typeface="Times New Roman" panose="02020603050405020304" pitchFamily="18" charset="0"/>
              <a:cs typeface="Times New Roman" panose="02020603050405020304" pitchFamily="18" charset="0"/>
            </a:endParaRPr>
          </a:p>
        </p:txBody>
      </p:sp>
      <p:sp>
        <p:nvSpPr>
          <p:cNvPr id="1048735" name="Content Placeholder 2"/>
          <p:cNvSpPr>
            <a:spLocks noGrp="1"/>
          </p:cNvSpPr>
          <p:nvPr>
            <p:ph idx="1"/>
          </p:nvPr>
        </p:nvSpPr>
        <p:spPr>
          <a:xfrm>
            <a:off x="769431" y="677635"/>
            <a:ext cx="7429500" cy="4327071"/>
          </a:xfrm>
        </p:spPr>
        <p:txBody>
          <a:bodyPr>
            <a:noAutofit/>
          </a:bodyPr>
          <a:lstStyle/>
          <a:p>
            <a:pPr marL="742950" indent="-742950">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Objective</a:t>
            </a:r>
          </a:p>
          <a:p>
            <a:pPr marL="742950" indent="-742950">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Introduction</a:t>
            </a:r>
          </a:p>
          <a:p>
            <a:pPr marL="742950" indent="-742950">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Literature Survey</a:t>
            </a:r>
          </a:p>
          <a:p>
            <a:pPr marL="742950" indent="-742950">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Existing Model</a:t>
            </a:r>
          </a:p>
          <a:p>
            <a:pPr marL="742950" indent="-742950">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Limitations of Existing Model</a:t>
            </a:r>
          </a:p>
          <a:p>
            <a:pPr marL="742950" indent="-742950">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Proposed Design</a:t>
            </a:r>
          </a:p>
          <a:p>
            <a:pPr marL="742950" indent="-742950">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CMOS to MGDI Implementation</a:t>
            </a:r>
            <a:endParaRPr lang="en-US" sz="1100" dirty="0">
              <a:solidFill>
                <a:schemeClr val="bg1"/>
              </a:solidFill>
              <a:latin typeface="Times New Roman" panose="02020603050405020304" pitchFamily="18" charset="0"/>
              <a:cs typeface="Times New Roman" panose="02020603050405020304" pitchFamily="18" charset="0"/>
            </a:endParaRPr>
          </a:p>
          <a:p>
            <a:pPr marL="742950" indent="-742950">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Working Model</a:t>
            </a:r>
          </a:p>
          <a:p>
            <a:pPr marL="742950" indent="-742950">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Result</a:t>
            </a:r>
          </a:p>
          <a:p>
            <a:pPr marL="742950" indent="-742950">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Comparison Table</a:t>
            </a:r>
          </a:p>
          <a:p>
            <a:pPr marL="742950" indent="-742950">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Applications</a:t>
            </a:r>
          </a:p>
          <a:p>
            <a:pPr marL="742950" indent="-742950">
              <a:buFont typeface="+mj-lt"/>
              <a:buAutoNum type="arabicPeriod"/>
            </a:pPr>
            <a:r>
              <a:rPr lang="en-US" sz="1400" dirty="0">
                <a:solidFill>
                  <a:schemeClr val="bg1"/>
                </a:solidFill>
                <a:latin typeface="Times New Roman" panose="02020603050405020304" pitchFamily="18" charset="0"/>
                <a:cs typeface="Times New Roman" panose="02020603050405020304" pitchFamily="18" charset="0"/>
              </a:rPr>
              <a:t>Conclusion</a:t>
            </a:r>
          </a:p>
          <a:p>
            <a:pPr marL="457200" indent="-457200"/>
            <a:endParaRPr lang="en-IN" sz="1400" dirty="0">
              <a:solidFill>
                <a:schemeClr val="bg1"/>
              </a:solidFill>
              <a:latin typeface="Times New Roman" panose="02020603050405020304" pitchFamily="18" charset="0"/>
              <a:cs typeface="Times New Roman" panose="02020603050405020304" pitchFamily="18" charset="0"/>
            </a:endParaRPr>
          </a:p>
          <a:p>
            <a:pPr marL="0" indent="0">
              <a:lnSpc>
                <a:spcPct val="110000"/>
              </a:lnSpc>
              <a:buNone/>
            </a:pPr>
            <a:endParaRPr lang="en-IN" sz="1400" dirty="0">
              <a:solidFill>
                <a:schemeClr val="bg1"/>
              </a:solidFill>
              <a:latin typeface="Times New Roman" panose="02020603050405020304" pitchFamily="18" charset="0"/>
              <a:cs typeface="Times New Roman" panose="02020603050405020304" pitchFamily="18" charset="0"/>
            </a:endParaRPr>
          </a:p>
        </p:txBody>
      </p:sp>
      <p:sp>
        <p:nvSpPr>
          <p:cNvPr id="1048736" name="Slide Number Placeholder 3"/>
          <p:cNvSpPr>
            <a:spLocks noGrp="1"/>
          </p:cNvSpPr>
          <p:nvPr>
            <p:ph type="sldNum" sz="quarter" idx="12"/>
          </p:nvPr>
        </p:nvSpPr>
        <p:spPr/>
        <p:txBody>
          <a:bodyPr/>
          <a:lstStyle/>
          <a:p>
            <a:fld id="{B6F15528-21DE-4FAA-801E-634DDDAF4B2B}" type="slidenum">
              <a:rPr lang="en-US"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1048741" name="Google Shape;295;p34"/>
          <p:cNvSpPr txBox="1">
            <a:spLocks noGrp="1"/>
          </p:cNvSpPr>
          <p:nvPr>
            <p:ph type="title"/>
          </p:nvPr>
        </p:nvSpPr>
        <p:spPr>
          <a:xfrm>
            <a:off x="469503" y="304800"/>
            <a:ext cx="7429499" cy="719666"/>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 sz="3000" b="1" dirty="0">
                <a:solidFill>
                  <a:srgbClr val="FF0000"/>
                </a:solidFill>
                <a:latin typeface="Times New Roman" panose="02020603050405020304" pitchFamily="18" charset="0"/>
                <a:cs typeface="Times New Roman" panose="02020603050405020304" pitchFamily="18" charset="0"/>
              </a:rPr>
              <a:t>                             OBJECTIVE</a:t>
            </a:r>
            <a:endParaRPr sz="3000" b="1" dirty="0">
              <a:solidFill>
                <a:srgbClr val="FF0000"/>
              </a:solidFill>
              <a:latin typeface="Times New Roman" panose="02020603050405020304" pitchFamily="18" charset="0"/>
              <a:cs typeface="Times New Roman" panose="02020603050405020304" pitchFamily="18" charset="0"/>
            </a:endParaRPr>
          </a:p>
        </p:txBody>
      </p:sp>
      <p:sp>
        <p:nvSpPr>
          <p:cNvPr id="1048742" name="Google Shape;296;p34"/>
          <p:cNvSpPr txBox="1">
            <a:spLocks noGrp="1"/>
          </p:cNvSpPr>
          <p:nvPr>
            <p:ph type="body" idx="4294967295"/>
          </p:nvPr>
        </p:nvSpPr>
        <p:spPr>
          <a:xfrm>
            <a:off x="469503" y="948266"/>
            <a:ext cx="8202612" cy="3659169"/>
          </a:xfrm>
          <a:prstGeom prst="rect">
            <a:avLst/>
          </a:prstGeom>
        </p:spPr>
        <p:txBody>
          <a:bodyPr spcFirstLastPara="1" wrap="square" lIns="91425" tIns="91425" rIns="91425" bIns="91425" anchor="t" anchorCtr="0">
            <a:noAutofit/>
          </a:bodyPr>
          <a:lstStyle/>
          <a:p>
            <a:pPr algn="just">
              <a:lnSpc>
                <a:spcPct val="150000"/>
              </a:lnSpc>
              <a:spcBef>
                <a:spcPts val="0"/>
              </a:spcBef>
              <a:buSzPct val="100000"/>
            </a:pPr>
            <a:r>
              <a:rPr lang="en-US" sz="2400" dirty="0">
                <a:solidFill>
                  <a:schemeClr val="bg1"/>
                </a:solidFill>
                <a:latin typeface="Times New Roman" panose="02020603050405020304" pitchFamily="18" charset="0"/>
                <a:cs typeface="Times New Roman" panose="02020603050405020304" pitchFamily="18" charset="0"/>
              </a:rPr>
              <a:t>Multipliers are important components in digital systems.</a:t>
            </a:r>
          </a:p>
          <a:p>
            <a:pPr algn="just">
              <a:lnSpc>
                <a:spcPct val="150000"/>
              </a:lnSpc>
              <a:spcBef>
                <a:spcPts val="0"/>
              </a:spcBef>
              <a:buSzPct val="100000"/>
            </a:pPr>
            <a:r>
              <a:rPr lang="en-US" sz="2400" dirty="0">
                <a:solidFill>
                  <a:schemeClr val="bg1"/>
                </a:solidFill>
                <a:latin typeface="Times New Roman" panose="02020603050405020304" pitchFamily="18" charset="0"/>
                <a:cs typeface="Times New Roman" panose="02020603050405020304" pitchFamily="18" charset="0"/>
              </a:rPr>
              <a:t>Conventional multipliers consume high power.</a:t>
            </a:r>
          </a:p>
          <a:p>
            <a:pPr algn="just">
              <a:lnSpc>
                <a:spcPct val="150000"/>
              </a:lnSpc>
              <a:spcBef>
                <a:spcPts val="0"/>
              </a:spcBef>
              <a:buSzPct val="100000"/>
            </a:pPr>
            <a:r>
              <a:rPr lang="en-US" sz="2400" dirty="0">
                <a:solidFill>
                  <a:schemeClr val="bg1"/>
                </a:solidFill>
                <a:latin typeface="Times New Roman" panose="02020603050405020304" pitchFamily="18" charset="0"/>
                <a:cs typeface="Times New Roman" panose="02020603050405020304" pitchFamily="18" charset="0"/>
              </a:rPr>
              <a:t>This project uses </a:t>
            </a:r>
            <a:r>
              <a:rPr lang="en-US" sz="2400" b="1" dirty="0">
                <a:solidFill>
                  <a:schemeClr val="bg1"/>
                </a:solidFill>
                <a:latin typeface="Times New Roman" panose="02020603050405020304" pitchFamily="18" charset="0"/>
                <a:cs typeface="Times New Roman" panose="02020603050405020304" pitchFamily="18" charset="0"/>
              </a:rPr>
              <a:t>MGDI technology</a:t>
            </a:r>
            <a:r>
              <a:rPr lang="en-US" sz="2400" dirty="0">
                <a:solidFill>
                  <a:schemeClr val="bg1"/>
                </a:solidFill>
                <a:latin typeface="Times New Roman" panose="02020603050405020304" pitchFamily="18" charset="0"/>
                <a:cs typeface="Times New Roman" panose="02020603050405020304" pitchFamily="18" charset="0"/>
              </a:rPr>
              <a:t> to reduce power consumption.</a:t>
            </a:r>
          </a:p>
          <a:p>
            <a:pPr algn="just">
              <a:lnSpc>
                <a:spcPct val="150000"/>
              </a:lnSpc>
              <a:spcBef>
                <a:spcPts val="0"/>
              </a:spcBef>
              <a:buSzPct val="100000"/>
            </a:pPr>
            <a:r>
              <a:rPr lang="en-US" sz="2400" dirty="0">
                <a:solidFill>
                  <a:schemeClr val="bg1"/>
                </a:solidFill>
                <a:latin typeface="Times New Roman" panose="02020603050405020304" pitchFamily="18" charset="0"/>
                <a:cs typeface="Times New Roman" panose="02020603050405020304" pitchFamily="18" charset="0"/>
              </a:rPr>
              <a:t> The design improves </a:t>
            </a:r>
            <a:r>
              <a:rPr lang="en-US" sz="2400" b="1" dirty="0">
                <a:solidFill>
                  <a:schemeClr val="bg1"/>
                </a:solidFill>
                <a:latin typeface="Times New Roman" panose="02020603050405020304" pitchFamily="18" charset="0"/>
                <a:cs typeface="Times New Roman" panose="02020603050405020304" pitchFamily="18" charset="0"/>
              </a:rPr>
              <a:t>speed and efficiency</a:t>
            </a:r>
            <a:r>
              <a:rPr lang="en-US" sz="2400" dirty="0">
                <a:solidFill>
                  <a:schemeClr val="bg1"/>
                </a:solidFill>
                <a:latin typeface="Times New Roman" panose="02020603050405020304" pitchFamily="18" charset="0"/>
                <a:cs typeface="Times New Roman" panose="02020603050405020304" pitchFamily="18" charset="0"/>
              </a:rPr>
              <a:t> in VLSI circuits.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5" name="Title 1"/>
          <p:cNvSpPr>
            <a:spLocks noGrp="1"/>
          </p:cNvSpPr>
          <p:nvPr>
            <p:ph type="title"/>
          </p:nvPr>
        </p:nvSpPr>
        <p:spPr>
          <a:xfrm>
            <a:off x="762926" y="0"/>
            <a:ext cx="7429499" cy="1108928"/>
          </a:xfrm>
        </p:spPr>
        <p:txBody>
          <a:bodyPr>
            <a:normAutofit/>
          </a:bodyPr>
          <a:lstStyle/>
          <a:p>
            <a:r>
              <a:rPr lang="en-US" sz="2800" dirty="0">
                <a:solidFill>
                  <a:srgbClr val="FF0000"/>
                </a:solidFill>
                <a:latin typeface="Times New Roman" panose="02020603050405020304" pitchFamily="18" charset="0"/>
                <a:cs typeface="Times New Roman" panose="02020603050405020304" pitchFamily="18" charset="0"/>
              </a:rPr>
              <a:t>                           </a:t>
            </a:r>
            <a:r>
              <a:rPr lang="en-US" sz="3000" b="1" dirty="0">
                <a:solidFill>
                  <a:srgbClr val="FF0000"/>
                </a:solidFill>
                <a:latin typeface="Times New Roman" panose="02020603050405020304" pitchFamily="18" charset="0"/>
                <a:cs typeface="Times New Roman" panose="02020603050405020304" pitchFamily="18" charset="0"/>
              </a:rPr>
              <a:t>INTRODUCTION</a:t>
            </a:r>
            <a:r>
              <a:rPr lang="en-US" sz="2800" b="1" dirty="0">
                <a:solidFill>
                  <a:srgbClr val="FF0000"/>
                </a:solidFill>
                <a:latin typeface="Times New Roman" panose="02020603050405020304" pitchFamily="18" charset="0"/>
                <a:cs typeface="Times New Roman" panose="02020603050405020304" pitchFamily="18" charset="0"/>
              </a:rPr>
              <a:t> </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1048746" name="Slide Number Placeholder 2"/>
          <p:cNvSpPr>
            <a:spLocks noGrp="1"/>
          </p:cNvSpPr>
          <p:nvPr>
            <p:ph type="sldNum" sz="quarter" idx="12"/>
          </p:nvPr>
        </p:nvSpPr>
        <p:spPr/>
        <p:txBody>
          <a:bodyPr/>
          <a:lstStyle/>
          <a:p>
            <a:fld id="{B6F15528-21DE-4FAA-801E-634DDDAF4B2B}" type="slidenum">
              <a:rPr lang="en-US" smtClean="0"/>
              <a:t>4</a:t>
            </a:fld>
            <a:endParaRPr lang="en-US"/>
          </a:p>
        </p:txBody>
      </p:sp>
      <p:sp>
        <p:nvSpPr>
          <p:cNvPr id="1048747" name="Google Shape;296;p34"/>
          <p:cNvSpPr txBox="1"/>
          <p:nvPr/>
        </p:nvSpPr>
        <p:spPr>
          <a:xfrm>
            <a:off x="520700" y="1173163"/>
            <a:ext cx="8202612" cy="3513137"/>
          </a:xfrm>
          <a:prstGeom prst="rect">
            <a:avLst/>
          </a:prstGeom>
        </p:spPr>
        <p:txBody>
          <a:bodyPr spcFirstLastPara="1" vert="horz" wrap="square" lIns="91425" tIns="91425" rIns="91425" bIns="91425" rtlCol="0" anchor="t" anchorCtr="0">
            <a:noAutofit/>
          </a:bodyPr>
          <a:lstStyle>
            <a:lvl1pPr marL="171450" indent="-171450" algn="l" defTabSz="685800" rtl="0" eaLnBrk="1" latinLnBrk="0" hangingPunct="1">
              <a:lnSpc>
                <a:spcPct val="120000"/>
              </a:lnSpc>
              <a:spcBef>
                <a:spcPts val="750"/>
              </a:spcBef>
              <a:buSzPct val="125000"/>
              <a:buFont typeface="Arial" panose="020B0604020202020204" pitchFamily="34" charset="0"/>
              <a:buChar char="•"/>
              <a:defRPr sz="1800" kern="1200">
                <a:solidFill>
                  <a:schemeClr val="tx1"/>
                </a:solidFill>
                <a:latin typeface="+mn-lt"/>
                <a:ea typeface="+mn-ea"/>
                <a:cs typeface="+mn-cs"/>
              </a:defRPr>
            </a:lvl1pPr>
            <a:lvl2pPr marL="514350" indent="-171450" algn="l" defTabSz="685800" rtl="0" eaLnBrk="1" latinLnBrk="0" hangingPunct="1">
              <a:lnSpc>
                <a:spcPct val="120000"/>
              </a:lnSpc>
              <a:spcBef>
                <a:spcPts val="375"/>
              </a:spcBef>
              <a:buSzPct val="125000"/>
              <a:buFont typeface="Arial" panose="020B0604020202020204" pitchFamily="34" charset="0"/>
              <a:buChar char="•"/>
              <a:defRPr sz="1500" kern="1200">
                <a:solidFill>
                  <a:schemeClr val="tx1"/>
                </a:solidFill>
                <a:latin typeface="+mn-lt"/>
                <a:ea typeface="+mn-ea"/>
                <a:cs typeface="+mn-cs"/>
              </a:defRPr>
            </a:lvl2pPr>
            <a:lvl3pPr marL="857250" indent="-171450" algn="l" defTabSz="685800" rtl="0" eaLnBrk="1" latinLnBrk="0" hangingPunct="1">
              <a:lnSpc>
                <a:spcPct val="120000"/>
              </a:lnSpc>
              <a:spcBef>
                <a:spcPts val="375"/>
              </a:spcBef>
              <a:buSzPct val="125000"/>
              <a:buFont typeface="Arial" panose="020B0604020202020204" pitchFamily="34" charset="0"/>
              <a:buChar char="•"/>
              <a:defRPr sz="1350" kern="1200">
                <a:solidFill>
                  <a:schemeClr val="tx1"/>
                </a:solidFill>
                <a:latin typeface="+mn-lt"/>
                <a:ea typeface="+mn-ea"/>
                <a:cs typeface="+mn-cs"/>
              </a:defRPr>
            </a:lvl3pPr>
            <a:lvl4pPr marL="1200150" indent="-171450" algn="l" defTabSz="685800" rtl="0" eaLnBrk="1" latinLnBrk="0" hangingPunct="1">
              <a:lnSpc>
                <a:spcPct val="120000"/>
              </a:lnSpc>
              <a:spcBef>
                <a:spcPts val="375"/>
              </a:spcBef>
              <a:buSzPct val="125000"/>
              <a:buFont typeface="Arial" panose="020B0604020202020204" pitchFamily="34" charset="0"/>
              <a:buChar char="•"/>
              <a:defRPr sz="1200" kern="1200">
                <a:solidFill>
                  <a:schemeClr val="tx1"/>
                </a:solidFill>
                <a:latin typeface="+mn-lt"/>
                <a:ea typeface="+mn-ea"/>
                <a:cs typeface="+mn-cs"/>
              </a:defRPr>
            </a:lvl4pPr>
            <a:lvl5pPr marL="1543050" indent="-171450" algn="l" defTabSz="685800" rtl="0" eaLnBrk="1" latinLnBrk="0" hangingPunct="1">
              <a:lnSpc>
                <a:spcPct val="120000"/>
              </a:lnSpc>
              <a:spcBef>
                <a:spcPts val="375"/>
              </a:spcBef>
              <a:buSzPct val="125000"/>
              <a:buFont typeface="Arial" panose="020B0604020202020204" pitchFamily="34" charset="0"/>
              <a:buChar char="•"/>
              <a:defRPr sz="1200" kern="1200">
                <a:solidFill>
                  <a:schemeClr val="tx1"/>
                </a:solidFill>
                <a:latin typeface="+mn-lt"/>
                <a:ea typeface="+mn-ea"/>
                <a:cs typeface="+mn-cs"/>
              </a:defRPr>
            </a:lvl5pPr>
            <a:lvl6pPr marL="18859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6pPr>
            <a:lvl7pPr marL="22288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7pPr>
            <a:lvl8pPr marL="25717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8pPr>
            <a:lvl9pPr marL="2914650" indent="-171450" algn="l" defTabSz="685800" rtl="0" eaLnBrk="1" latinLnBrk="0" hangingPunct="1">
              <a:lnSpc>
                <a:spcPct val="120000"/>
              </a:lnSpc>
              <a:spcBef>
                <a:spcPts val="375"/>
              </a:spcBef>
              <a:buSzPct val="125000"/>
              <a:buFont typeface="Arial" panose="020B0604020202020204" pitchFamily="34" charset="0"/>
              <a:buChar char="•"/>
              <a:defRPr sz="1050" kern="1200">
                <a:solidFill>
                  <a:schemeClr val="tx1"/>
                </a:solidFill>
                <a:latin typeface="+mn-lt"/>
                <a:ea typeface="+mn-ea"/>
                <a:cs typeface="+mn-cs"/>
              </a:defRPr>
            </a:lvl9pPr>
          </a:lstStyle>
          <a:p>
            <a:pPr>
              <a:buSzPct val="100000"/>
            </a:pPr>
            <a:r>
              <a:rPr lang="en-US" sz="2400" dirty="0">
                <a:solidFill>
                  <a:schemeClr val="bg1">
                    <a:lumMod val="95000"/>
                    <a:lumOff val="5000"/>
                  </a:schemeClr>
                </a:solidFill>
                <a:latin typeface="Times New Roman" panose="02020603050405020304" pitchFamily="18" charset="0"/>
                <a:cs typeface="Times New Roman" panose="02020603050405020304" pitchFamily="18" charset="0"/>
              </a:rPr>
              <a:t> Multipliers are used in </a:t>
            </a:r>
            <a:r>
              <a:rPr lang="en-US" sz="2400" b="1" dirty="0">
                <a:solidFill>
                  <a:schemeClr val="bg1">
                    <a:lumMod val="95000"/>
                    <a:lumOff val="5000"/>
                  </a:schemeClr>
                </a:solidFill>
                <a:latin typeface="Times New Roman" panose="02020603050405020304" pitchFamily="18" charset="0"/>
                <a:cs typeface="Times New Roman" panose="02020603050405020304" pitchFamily="18" charset="0"/>
              </a:rPr>
              <a:t>Digital Signal Processing and     Micro Processors</a:t>
            </a:r>
            <a:r>
              <a:rPr lang="en-US" sz="2400" dirty="0">
                <a:solidFill>
                  <a:schemeClr val="bg1">
                    <a:lumMod val="95000"/>
                    <a:lumOff val="5000"/>
                  </a:schemeClr>
                </a:solidFill>
                <a:latin typeface="Times New Roman" panose="02020603050405020304" pitchFamily="18" charset="0"/>
                <a:cs typeface="Times New Roman" panose="02020603050405020304" pitchFamily="18" charset="0"/>
              </a:rPr>
              <a:t>.</a:t>
            </a:r>
          </a:p>
          <a:p>
            <a:pPr>
              <a:buSzPct val="100000"/>
            </a:pPr>
            <a:r>
              <a:rPr lang="en-US" sz="2400" dirty="0">
                <a:solidFill>
                  <a:schemeClr val="bg1">
                    <a:lumMod val="95000"/>
                    <a:lumOff val="5000"/>
                  </a:schemeClr>
                </a:solidFill>
                <a:latin typeface="Times New Roman" panose="02020603050405020304" pitchFamily="18" charset="0"/>
                <a:cs typeface="Times New Roman" panose="02020603050405020304" pitchFamily="18" charset="0"/>
              </a:rPr>
              <a:t> Traditional CMOS circuits require more transistors.</a:t>
            </a:r>
          </a:p>
          <a:p>
            <a:pPr>
              <a:buSzPct val="100000"/>
            </a:pPr>
            <a:r>
              <a:rPr lang="en-US" sz="2400" dirty="0">
                <a:solidFill>
                  <a:schemeClr val="bg1">
                    <a:lumMod val="95000"/>
                    <a:lumOff val="5000"/>
                  </a:schemeClr>
                </a:solidFill>
                <a:latin typeface="Times New Roman" panose="02020603050405020304" pitchFamily="18" charset="0"/>
                <a:cs typeface="Times New Roman" panose="02020603050405020304" pitchFamily="18" charset="0"/>
              </a:rPr>
              <a:t> Power consumption is a major problem in digital circuits.</a:t>
            </a:r>
          </a:p>
          <a:p>
            <a:pPr>
              <a:buSzPct val="100000"/>
            </a:pPr>
            <a:r>
              <a:rPr lang="en-US" sz="2400" dirty="0">
                <a:solidFill>
                  <a:schemeClr val="bg1">
                    <a:lumMod val="95000"/>
                    <a:lumOff val="5000"/>
                  </a:schemeClr>
                </a:solidFill>
                <a:latin typeface="Times New Roman" panose="02020603050405020304" pitchFamily="18" charset="0"/>
                <a:cs typeface="Times New Roman" panose="02020603050405020304" pitchFamily="18" charset="0"/>
              </a:rPr>
              <a:t> MGDI technique helps reduce </a:t>
            </a:r>
            <a:r>
              <a:rPr lang="en-US" sz="2400" b="1" dirty="0">
                <a:solidFill>
                  <a:schemeClr val="bg1">
                    <a:lumMod val="95000"/>
                    <a:lumOff val="5000"/>
                  </a:schemeClr>
                </a:solidFill>
                <a:latin typeface="Times New Roman" panose="02020603050405020304" pitchFamily="18" charset="0"/>
                <a:cs typeface="Times New Roman" panose="02020603050405020304" pitchFamily="18" charset="0"/>
              </a:rPr>
              <a:t>power and delay</a:t>
            </a:r>
            <a:r>
              <a:rPr lang="en-US" sz="2400" dirty="0">
                <a:solidFill>
                  <a:schemeClr val="bg1">
                    <a:lumMod val="95000"/>
                    <a:lumOff val="5000"/>
                  </a:schemeClr>
                </a:solidFill>
                <a:latin typeface="Times New Roman" panose="02020603050405020304" pitchFamily="18" charset="0"/>
                <a:cs typeface="Times New Roman" panose="02020603050405020304" pitchFamily="18" charset="0"/>
              </a:rPr>
              <a:t>.</a:t>
            </a:r>
          </a:p>
          <a:p>
            <a:pPr marL="0" indent="0">
              <a:buSzPct val="100000"/>
              <a:buNone/>
            </a:pPr>
            <a:endParaRPr 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801" y="116065"/>
            <a:ext cx="7429499" cy="679111"/>
          </a:xfrm>
        </p:spPr>
        <p:txBody>
          <a:bodyPr/>
          <a:lstStyle/>
          <a:p>
            <a:r>
              <a:rPr lang="en-US" dirty="0">
                <a:solidFill>
                  <a:srgbClr val="FF0000"/>
                </a:solidFill>
                <a:latin typeface="Times New Roman" pitchFamily="18" charset="0"/>
                <a:cs typeface="Times New Roman" pitchFamily="18" charset="0"/>
              </a:rPr>
              <a:t>                  </a:t>
            </a:r>
            <a:r>
              <a:rPr lang="en-US" sz="3000" b="1" dirty="0">
                <a:solidFill>
                  <a:srgbClr val="FF0000"/>
                </a:solidFill>
                <a:latin typeface="Times New Roman" pitchFamily="18" charset="0"/>
                <a:cs typeface="Times New Roman" pitchFamily="18" charset="0"/>
              </a:rPr>
              <a:t>LITERATURE SURVEY</a:t>
            </a:r>
            <a:endParaRPr lang="en-US" sz="3000" b="1" dirty="0"/>
          </a:p>
        </p:txBody>
      </p:sp>
      <p:sp>
        <p:nvSpPr>
          <p:cNvPr id="3" name="Slide Number Placeholder 2"/>
          <p:cNvSpPr>
            <a:spLocks noGrp="1"/>
          </p:cNvSpPr>
          <p:nvPr>
            <p:ph type="sldNum" sz="quarter" idx="12"/>
          </p:nvPr>
        </p:nvSpPr>
        <p:spPr/>
        <p:txBody>
          <a:bodyPr/>
          <a:lstStyle/>
          <a:p>
            <a:fld id="{B6F15528-21DE-4FAA-801E-634DDDAF4B2B}" type="slidenum">
              <a:rPr lang="en-US" smtClean="0"/>
              <a:t>5</a:t>
            </a:fld>
            <a:endParaRPr lang="en-US"/>
          </a:p>
        </p:txBody>
      </p:sp>
      <p:sp>
        <p:nvSpPr>
          <p:cNvPr id="5" name="Rectangle 2"/>
          <p:cNvSpPr>
            <a:spLocks noChangeArrowheads="1"/>
          </p:cNvSpPr>
          <p:nvPr/>
        </p:nvSpPr>
        <p:spPr bwMode="auto">
          <a:xfrm>
            <a:off x="330201" y="795176"/>
            <a:ext cx="8394700"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1" fontAlgn="base" latinLnBrk="0" hangingPunct="1">
              <a:lnSpc>
                <a:spcPct val="100000"/>
              </a:lnSpc>
              <a:spcBef>
                <a:spcPct val="0"/>
              </a:spcBef>
              <a:spcAft>
                <a:spcPct val="0"/>
              </a:spcAft>
              <a:buClrTx/>
              <a:buSzTx/>
              <a:buFont typeface="Arial" pitchFamily="34" charset="0"/>
              <a:buChar char="•"/>
              <a:tabLst/>
            </a:pPr>
            <a:r>
              <a:rPr kumimoji="0" lang="en-US" sz="2000" b="0" i="0" u="none" strike="noStrike" cap="none" normalizeH="0" baseline="0" dirty="0">
                <a:ln>
                  <a:noFill/>
                </a:ln>
                <a:solidFill>
                  <a:schemeClr val="bg1"/>
                </a:solidFill>
                <a:effectLst/>
                <a:latin typeface="Times New Roman" pitchFamily="18" charset="0"/>
                <a:cs typeface="Times New Roman" pitchFamily="18" charset="0"/>
              </a:rPr>
              <a:t>Multipliers are important components used in digital circuits, signal processing, and VLSI systems. Normal multiplier designs use more power and more hardware.</a:t>
            </a:r>
          </a:p>
          <a:p>
            <a:pPr marL="342900" marR="0" lvl="0" indent="-34290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2000" b="0" i="0" u="none" strike="noStrike" cap="none" normalizeH="0" baseline="0" dirty="0">
                <a:ln>
                  <a:noFill/>
                </a:ln>
                <a:solidFill>
                  <a:schemeClr val="bg1"/>
                </a:solidFill>
                <a:effectLst/>
                <a:latin typeface="Times New Roman" pitchFamily="18" charset="0"/>
                <a:cs typeface="Times New Roman" pitchFamily="18" charset="0"/>
              </a:rPr>
              <a:t>Many low-power design techniques are developed to reduce power consumption and area in digital circuits. GDI is one of the efficient techniques.</a:t>
            </a:r>
          </a:p>
          <a:p>
            <a:pPr marL="342900" marR="0" lvl="0" indent="-34290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2000" b="0" i="0" u="none" strike="noStrike" cap="none" normalizeH="0" baseline="0" dirty="0">
                <a:ln>
                  <a:noFill/>
                </a:ln>
                <a:solidFill>
                  <a:schemeClr val="bg1"/>
                </a:solidFill>
                <a:effectLst/>
                <a:latin typeface="Times New Roman" pitchFamily="18" charset="0"/>
                <a:cs typeface="Times New Roman" pitchFamily="18" charset="0"/>
              </a:rPr>
              <a:t>Modified Gate Diffusion Input (MGDI) improves the GDI method by reducing power, delay, and transistor count.</a:t>
            </a:r>
          </a:p>
          <a:p>
            <a:pPr marL="342900" marR="0" lvl="0" indent="-34290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2000" b="0" i="0" u="none" strike="noStrike" cap="none" normalizeH="0" baseline="0" dirty="0">
                <a:ln>
                  <a:noFill/>
                </a:ln>
                <a:solidFill>
                  <a:schemeClr val="bg1"/>
                </a:solidFill>
                <a:effectLst/>
                <a:latin typeface="Times New Roman" pitchFamily="18" charset="0"/>
                <a:cs typeface="Times New Roman" pitchFamily="18" charset="0"/>
              </a:rPr>
              <a:t>Existing multiplier designs using conventional adders consume more power and have more propagation delay.</a:t>
            </a:r>
          </a:p>
          <a:p>
            <a:pPr marL="342900" marR="0" lvl="0" indent="-342900" algn="just" defTabSz="914400" rtl="0" eaLnBrk="0" fontAlgn="base" latinLnBrk="0" hangingPunct="0">
              <a:lnSpc>
                <a:spcPct val="100000"/>
              </a:lnSpc>
              <a:spcBef>
                <a:spcPct val="0"/>
              </a:spcBef>
              <a:spcAft>
                <a:spcPct val="0"/>
              </a:spcAft>
              <a:buClrTx/>
              <a:buSzTx/>
              <a:buFont typeface="Arial" pitchFamily="34" charset="0"/>
              <a:buChar char="•"/>
              <a:tabLst/>
            </a:pPr>
            <a:r>
              <a:rPr kumimoji="0" lang="en-US" sz="2000" b="0" i="0" u="none" strike="noStrike" cap="none" normalizeH="0" baseline="0" dirty="0">
                <a:ln>
                  <a:noFill/>
                </a:ln>
                <a:solidFill>
                  <a:schemeClr val="bg1"/>
                </a:solidFill>
                <a:effectLst/>
                <a:latin typeface="Times New Roman" pitchFamily="18" charset="0"/>
                <a:cs typeface="Times New Roman" pitchFamily="18" charset="0"/>
              </a:rPr>
              <a:t>In this project, a 4-bit multiplier using MGDI adders is designed to achieve low power consumption, high speed, and better performance compared to existing systems</a:t>
            </a:r>
            <a:r>
              <a:rPr kumimoji="0" lang="en-US" b="0" i="0" u="none" strike="noStrike" cap="none" normalizeH="0" baseline="0" dirty="0">
                <a:ln>
                  <a:noFill/>
                </a:ln>
                <a:solidFill>
                  <a:schemeClr val="bg1"/>
                </a:solidFill>
                <a:effectLst/>
                <a:latin typeface="Times New Roman" pitchFamily="18" charset="0"/>
                <a:cs typeface="Times New Roman" pitchFamily="18" charset="0"/>
              </a:rPr>
              <a:t>.</a:t>
            </a:r>
          </a:p>
        </p:txBody>
      </p:sp>
    </p:spTree>
    <p:extLst>
      <p:ext uri="{BB962C8B-B14F-4D97-AF65-F5344CB8AC3E}">
        <p14:creationId xmlns:p14="http://schemas.microsoft.com/office/powerpoint/2010/main" val="3860848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7250" y="590477"/>
            <a:ext cx="7429499" cy="463211"/>
          </a:xfrm>
        </p:spPr>
        <p:txBody>
          <a:bodyPr>
            <a:normAutofit fontScale="90000"/>
          </a:bodyPr>
          <a:lstStyle/>
          <a:p>
            <a:r>
              <a:rPr lang="en-US" sz="2800" b="1" dirty="0">
                <a:solidFill>
                  <a:srgbClr val="FF0000"/>
                </a:solidFill>
                <a:latin typeface="Times New Roman" panose="02020603050405020304" pitchFamily="18" charset="0"/>
                <a:cs typeface="Times New Roman" panose="02020603050405020304" pitchFamily="18" charset="0"/>
              </a:rPr>
              <a:t>                          EXISTING MODEL</a:t>
            </a:r>
            <a:endParaRPr lang="en-US" dirty="0"/>
          </a:p>
        </p:txBody>
      </p:sp>
      <p:sp>
        <p:nvSpPr>
          <p:cNvPr id="3" name="Slide Number Placeholder 2"/>
          <p:cNvSpPr>
            <a:spLocks noGrp="1"/>
          </p:cNvSpPr>
          <p:nvPr>
            <p:ph type="sldNum" sz="quarter" idx="12"/>
          </p:nvPr>
        </p:nvSpPr>
        <p:spPr/>
        <p:txBody>
          <a:bodyPr/>
          <a:lstStyle/>
          <a:p>
            <a:fld id="{B6F15528-21DE-4FAA-801E-634DDDAF4B2B}" type="slidenum">
              <a:rPr lang="en-US" smtClean="0"/>
              <a:t>6</a:t>
            </a:fld>
            <a:endParaRPr lang="en-US"/>
          </a:p>
        </p:txBody>
      </p:sp>
      <p:sp>
        <p:nvSpPr>
          <p:cNvPr id="7" name="TextBox 6">
            <a:extLst>
              <a:ext uri="{FF2B5EF4-FFF2-40B4-BE49-F238E27FC236}">
                <a16:creationId xmlns:a16="http://schemas.microsoft.com/office/drawing/2014/main" id="{F5E7ACFB-4F47-2251-6CA5-6147EBAEFAA2}"/>
              </a:ext>
            </a:extLst>
          </p:cNvPr>
          <p:cNvSpPr txBox="1"/>
          <p:nvPr/>
        </p:nvSpPr>
        <p:spPr>
          <a:xfrm>
            <a:off x="685800" y="1526947"/>
            <a:ext cx="7970520" cy="1938992"/>
          </a:xfrm>
          <a:prstGeom prst="rect">
            <a:avLst/>
          </a:prstGeom>
          <a:noFill/>
        </p:spPr>
        <p:txBody>
          <a:bodyPr wrap="square">
            <a:spAutoFit/>
          </a:bodyPr>
          <a:lstStyle/>
          <a:p>
            <a:pPr marL="520700" indent="-342900">
              <a:buSzPct val="100000"/>
              <a:buFont typeface="Arial" panose="020B0604020202020204" pitchFamily="34" charset="0"/>
              <a:buChar char="•"/>
            </a:pPr>
            <a:r>
              <a:rPr lang="en-IN" sz="2400" dirty="0">
                <a:solidFill>
                  <a:schemeClr val="bg1"/>
                </a:solidFill>
                <a:latin typeface="Times New Roman" panose="02020603050405020304" pitchFamily="18" charset="0"/>
                <a:cs typeface="Times New Roman" panose="02020603050405020304" pitchFamily="18" charset="0"/>
              </a:rPr>
              <a:t> </a:t>
            </a:r>
            <a:r>
              <a:rPr lang="en-US" sz="2400" dirty="0">
                <a:solidFill>
                  <a:schemeClr val="bg1"/>
                </a:solidFill>
                <a:latin typeface="Times New Roman" panose="02020603050405020304" pitchFamily="18" charset="0"/>
                <a:cs typeface="Times New Roman" panose="02020603050405020304" pitchFamily="18" charset="0"/>
              </a:rPr>
              <a:t>Conventional multipliers use </a:t>
            </a:r>
            <a:r>
              <a:rPr lang="en-US" sz="2400" b="1" dirty="0">
                <a:solidFill>
                  <a:schemeClr val="bg1"/>
                </a:solidFill>
                <a:latin typeface="Times New Roman" panose="02020603050405020304" pitchFamily="18" charset="0"/>
                <a:cs typeface="Times New Roman" panose="02020603050405020304" pitchFamily="18" charset="0"/>
              </a:rPr>
              <a:t>CMOS technology</a:t>
            </a:r>
            <a:r>
              <a:rPr lang="en-US" sz="2400" dirty="0">
                <a:solidFill>
                  <a:schemeClr val="bg1"/>
                </a:solidFill>
                <a:latin typeface="Times New Roman" panose="02020603050405020304" pitchFamily="18" charset="0"/>
                <a:cs typeface="Times New Roman" panose="02020603050405020304" pitchFamily="18" charset="0"/>
              </a:rPr>
              <a:t>.</a:t>
            </a:r>
          </a:p>
          <a:p>
            <a:pPr marL="520700" indent="-342900">
              <a:buSzPct val="1000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 Here, we used </a:t>
            </a:r>
            <a:r>
              <a:rPr lang="en-US" sz="2400" b="1" dirty="0">
                <a:solidFill>
                  <a:schemeClr val="bg1"/>
                </a:solidFill>
                <a:latin typeface="Times New Roman" panose="02020603050405020304" pitchFamily="18" charset="0"/>
                <a:cs typeface="Times New Roman" panose="02020603050405020304" pitchFamily="18" charset="0"/>
              </a:rPr>
              <a:t>6</a:t>
            </a:r>
            <a:r>
              <a:rPr lang="en-US" sz="2400" dirty="0">
                <a:solidFill>
                  <a:schemeClr val="bg1"/>
                </a:solidFill>
                <a:latin typeface="Times New Roman" panose="02020603050405020304" pitchFamily="18" charset="0"/>
                <a:cs typeface="Times New Roman" panose="02020603050405020304" pitchFamily="18" charset="0"/>
              </a:rPr>
              <a:t> (3 PMOS&amp;3NMOS) transistors.</a:t>
            </a:r>
          </a:p>
          <a:p>
            <a:pPr marL="520700" indent="-342900">
              <a:buSzPct val="1000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 Consumes more power during operation.</a:t>
            </a:r>
          </a:p>
          <a:p>
            <a:pPr marL="520700" indent="-342900">
              <a:buSzPct val="1000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 Circuit design becomes complex.</a:t>
            </a:r>
          </a:p>
          <a:p>
            <a:pPr marL="520700" indent="-342900">
              <a:buSzPct val="100000"/>
              <a:buFont typeface="Arial" panose="020B0604020202020204" pitchFamily="34" charset="0"/>
              <a:buChar char="•"/>
            </a:pPr>
            <a:endParaRPr lang="en-I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1784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Title 1"/>
          <p:cNvSpPr>
            <a:spLocks noGrp="1"/>
          </p:cNvSpPr>
          <p:nvPr>
            <p:ph type="title"/>
          </p:nvPr>
        </p:nvSpPr>
        <p:spPr>
          <a:xfrm>
            <a:off x="762926" y="350630"/>
            <a:ext cx="7429499" cy="914617"/>
          </a:xfrm>
        </p:spPr>
        <p:txBody>
          <a:bodyPr>
            <a:normAutofit/>
          </a:bodyPr>
          <a:lstStyle/>
          <a:p>
            <a:pPr algn="ctr"/>
            <a:r>
              <a:rPr lang="en-US" sz="2800" dirty="0">
                <a:solidFill>
                  <a:srgbClr val="FF0000"/>
                </a:solidFill>
                <a:latin typeface="Times New Roman" panose="02020603050405020304" pitchFamily="18" charset="0"/>
                <a:cs typeface="Times New Roman" panose="02020603050405020304" pitchFamily="18" charset="0"/>
              </a:rPr>
              <a:t>     </a:t>
            </a:r>
            <a:r>
              <a:rPr lang="en-US" sz="2800" b="1" dirty="0">
                <a:solidFill>
                  <a:srgbClr val="FF0000"/>
                </a:solidFill>
                <a:latin typeface="Times New Roman" panose="02020603050405020304" pitchFamily="18" charset="0"/>
                <a:cs typeface="Times New Roman" panose="02020603050405020304" pitchFamily="18" charset="0"/>
              </a:rPr>
              <a:t>LIMITATIONS OF EXISTING MODEL</a:t>
            </a:r>
            <a:endParaRPr lang="en-IN" sz="2800" b="1" dirty="0">
              <a:solidFill>
                <a:srgbClr val="FF0000"/>
              </a:solidFill>
              <a:latin typeface="Times New Roman" panose="02020603050405020304" pitchFamily="18" charset="0"/>
              <a:cs typeface="Times New Roman" panose="02020603050405020304" pitchFamily="18" charset="0"/>
            </a:endParaRPr>
          </a:p>
        </p:txBody>
      </p:sp>
      <p:sp>
        <p:nvSpPr>
          <p:cNvPr id="1048640" name="Slide Number Placeholder 3"/>
          <p:cNvSpPr>
            <a:spLocks noGrp="1"/>
          </p:cNvSpPr>
          <p:nvPr>
            <p:ph type="sldNum" sz="quarter" idx="12"/>
          </p:nvPr>
        </p:nvSpPr>
        <p:spPr/>
        <p:txBody>
          <a:bodyPr/>
          <a:lstStyle/>
          <a:p>
            <a:fld id="{B6F15528-21DE-4FAA-801E-634DDDAF4B2B}" type="slidenum">
              <a:rPr lang="en-US" smtClean="0"/>
              <a:t>7</a:t>
            </a:fld>
            <a:endParaRPr lang="en-US"/>
          </a:p>
        </p:txBody>
      </p:sp>
      <p:sp>
        <p:nvSpPr>
          <p:cNvPr id="11" name="TextBox 10">
            <a:extLst>
              <a:ext uri="{FF2B5EF4-FFF2-40B4-BE49-F238E27FC236}">
                <a16:creationId xmlns:a16="http://schemas.microsoft.com/office/drawing/2014/main" id="{3818BE34-C329-BB60-03D0-E636981E7B2E}"/>
              </a:ext>
            </a:extLst>
          </p:cNvPr>
          <p:cNvSpPr txBox="1"/>
          <p:nvPr/>
        </p:nvSpPr>
        <p:spPr>
          <a:xfrm>
            <a:off x="396240" y="1450151"/>
            <a:ext cx="8313420" cy="2570704"/>
          </a:xfrm>
          <a:prstGeom prst="rect">
            <a:avLst/>
          </a:prstGeom>
          <a:noFill/>
        </p:spPr>
        <p:txBody>
          <a:bodyPr wrap="square">
            <a:spAutoFit/>
          </a:bodyPr>
          <a:lstStyle/>
          <a:p>
            <a:pPr>
              <a:lnSpc>
                <a:spcPct val="150000"/>
              </a:lnSpc>
              <a:buNone/>
            </a:pPr>
            <a:r>
              <a:rPr lang="en-US" sz="2200" dirty="0">
                <a:solidFill>
                  <a:schemeClr val="bg1">
                    <a:lumMod val="95000"/>
                    <a:lumOff val="5000"/>
                  </a:schemeClr>
                </a:solidFill>
                <a:latin typeface="Times New Roman" panose="02020603050405020304" pitchFamily="18" charset="0"/>
                <a:cs typeface="Times New Roman" panose="02020603050405020304" pitchFamily="18" charset="0"/>
              </a:rPr>
              <a:t>• Existing CMOS multiplier circuits </a:t>
            </a:r>
            <a:r>
              <a:rPr lang="en-US" sz="2200" b="1" dirty="0">
                <a:solidFill>
                  <a:schemeClr val="bg1">
                    <a:lumMod val="95000"/>
                    <a:lumOff val="5000"/>
                  </a:schemeClr>
                </a:solidFill>
                <a:latin typeface="Times New Roman" panose="02020603050405020304" pitchFamily="18" charset="0"/>
                <a:cs typeface="Times New Roman" panose="02020603050405020304" pitchFamily="18" charset="0"/>
              </a:rPr>
              <a:t>consume high power during  operation</a:t>
            </a:r>
            <a:r>
              <a:rPr lang="en-US" sz="2200" dirty="0">
                <a:solidFill>
                  <a:schemeClr val="bg1">
                    <a:lumMod val="95000"/>
                    <a:lumOff val="5000"/>
                  </a:schemeClr>
                </a:solidFill>
                <a:latin typeface="Times New Roman" panose="02020603050405020304" pitchFamily="18" charset="0"/>
                <a:cs typeface="Times New Roman" panose="02020603050405020304" pitchFamily="18" charset="0"/>
              </a:rPr>
              <a:t>.</a:t>
            </a:r>
          </a:p>
          <a:p>
            <a:pPr>
              <a:lnSpc>
                <a:spcPct val="150000"/>
              </a:lnSpc>
              <a:buNone/>
            </a:pPr>
            <a:r>
              <a:rPr lang="en-US" sz="2200" dirty="0">
                <a:solidFill>
                  <a:schemeClr val="bg1">
                    <a:lumMod val="95000"/>
                    <a:lumOff val="5000"/>
                  </a:schemeClr>
                </a:solidFill>
                <a:latin typeface="Times New Roman" panose="02020603050405020304" pitchFamily="18" charset="0"/>
                <a:cs typeface="Times New Roman" panose="02020603050405020304" pitchFamily="18" charset="0"/>
              </a:rPr>
              <a:t>• The design requires </a:t>
            </a:r>
            <a:r>
              <a:rPr lang="en-US" sz="2200" b="1" dirty="0">
                <a:solidFill>
                  <a:schemeClr val="bg1">
                    <a:lumMod val="95000"/>
                    <a:lumOff val="5000"/>
                  </a:schemeClr>
                </a:solidFill>
                <a:latin typeface="Times New Roman" panose="02020603050405020304" pitchFamily="18" charset="0"/>
                <a:cs typeface="Times New Roman" panose="02020603050405020304" pitchFamily="18" charset="0"/>
              </a:rPr>
              <a:t>6 number of transistors</a:t>
            </a:r>
            <a:r>
              <a:rPr lang="en-US" sz="2200" dirty="0">
                <a:solidFill>
                  <a:schemeClr val="bg1">
                    <a:lumMod val="95000"/>
                    <a:lumOff val="5000"/>
                  </a:schemeClr>
                </a:solidFill>
                <a:latin typeface="Times New Roman" panose="02020603050405020304" pitchFamily="18" charset="0"/>
                <a:cs typeface="Times New Roman" panose="02020603050405020304" pitchFamily="18" charset="0"/>
              </a:rPr>
              <a:t> to implement the circuit.</a:t>
            </a:r>
          </a:p>
          <a:p>
            <a:pPr>
              <a:lnSpc>
                <a:spcPct val="150000"/>
              </a:lnSpc>
              <a:buNone/>
            </a:pPr>
            <a:r>
              <a:rPr lang="en-US" sz="2200" dirty="0">
                <a:solidFill>
                  <a:schemeClr val="bg1">
                    <a:lumMod val="95000"/>
                    <a:lumOff val="5000"/>
                  </a:schemeClr>
                </a:solidFill>
                <a:latin typeface="Times New Roman" panose="02020603050405020304" pitchFamily="18" charset="0"/>
                <a:cs typeface="Times New Roman" panose="02020603050405020304" pitchFamily="18" charset="0"/>
              </a:rPr>
              <a:t>• The circuit produces </a:t>
            </a:r>
            <a:r>
              <a:rPr lang="en-US" sz="2200" b="1" dirty="0">
                <a:solidFill>
                  <a:schemeClr val="bg1">
                    <a:lumMod val="95000"/>
                    <a:lumOff val="5000"/>
                  </a:schemeClr>
                </a:solidFill>
                <a:latin typeface="Times New Roman" panose="02020603050405020304" pitchFamily="18" charset="0"/>
                <a:cs typeface="Times New Roman" panose="02020603050405020304" pitchFamily="18" charset="0"/>
              </a:rPr>
              <a:t>higher propagation delay</a:t>
            </a:r>
            <a:r>
              <a:rPr lang="en-US" sz="2200" dirty="0">
                <a:solidFill>
                  <a:schemeClr val="bg1">
                    <a:lumMod val="95000"/>
                    <a:lumOff val="5000"/>
                  </a:schemeClr>
                </a:solidFill>
                <a:latin typeface="Times New Roman" panose="02020603050405020304" pitchFamily="18" charset="0"/>
                <a:cs typeface="Times New Roman" panose="02020603050405020304" pitchFamily="18" charset="0"/>
              </a:rPr>
              <a:t>, which reduces speed.</a:t>
            </a:r>
          </a:p>
          <a:p>
            <a:pPr>
              <a:lnSpc>
                <a:spcPct val="150000"/>
              </a:lnSpc>
              <a:buNone/>
            </a:pPr>
            <a:r>
              <a:rPr lang="en-US" sz="2200" dirty="0">
                <a:solidFill>
                  <a:schemeClr val="bg1">
                    <a:lumMod val="95000"/>
                    <a:lumOff val="5000"/>
                  </a:schemeClr>
                </a:solidFill>
                <a:latin typeface="Times New Roman" panose="02020603050405020304" pitchFamily="18" charset="0"/>
                <a:cs typeface="Times New Roman" panose="02020603050405020304" pitchFamily="18" charset="0"/>
              </a:rPr>
              <a:t>• The overall design </a:t>
            </a:r>
            <a:r>
              <a:rPr lang="en-US" sz="2200" b="1" dirty="0">
                <a:solidFill>
                  <a:schemeClr val="bg1">
                    <a:lumMod val="95000"/>
                    <a:lumOff val="5000"/>
                  </a:schemeClr>
                </a:solidFill>
                <a:latin typeface="Times New Roman" panose="02020603050405020304" pitchFamily="18" charset="0"/>
                <a:cs typeface="Times New Roman" panose="02020603050405020304" pitchFamily="18" charset="0"/>
              </a:rPr>
              <a:t>occupies more chip area</a:t>
            </a:r>
            <a:r>
              <a:rPr lang="en-US" sz="2200" dirty="0">
                <a:solidFill>
                  <a:schemeClr val="bg1">
                    <a:lumMod val="95000"/>
                    <a:lumOff val="5000"/>
                  </a:schemeClr>
                </a:solidFill>
                <a:latin typeface="Times New Roman" panose="02020603050405020304" pitchFamily="18" charset="0"/>
                <a:cs typeface="Times New Roman" panose="02020603050405020304" pitchFamily="18" charset="0"/>
              </a:rPr>
              <a:t> in VLSI implementation.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F33AE-0465-6C66-4447-60E0423FDF4E}"/>
              </a:ext>
            </a:extLst>
          </p:cNvPr>
          <p:cNvSpPr>
            <a:spLocks noGrp="1"/>
          </p:cNvSpPr>
          <p:nvPr>
            <p:ph type="title"/>
          </p:nvPr>
        </p:nvSpPr>
        <p:spPr>
          <a:xfrm>
            <a:off x="734140" y="0"/>
            <a:ext cx="7429499" cy="1108928"/>
          </a:xfrm>
        </p:spPr>
        <p:txBody>
          <a:bodyPr>
            <a:normAutofit/>
          </a:bodyPr>
          <a:lstStyle/>
          <a:p>
            <a:pPr algn="ctr"/>
            <a:r>
              <a:rPr lang="en-US" sz="3000" b="1" dirty="0">
                <a:solidFill>
                  <a:srgbClr val="FF0000"/>
                </a:solidFill>
                <a:latin typeface="Times New Roman" panose="02020603050405020304" pitchFamily="18" charset="0"/>
                <a:cs typeface="Times New Roman" panose="02020603050405020304" pitchFamily="18" charset="0"/>
              </a:rPr>
              <a:t>Proposed design</a:t>
            </a:r>
          </a:p>
        </p:txBody>
      </p:sp>
      <p:sp>
        <p:nvSpPr>
          <p:cNvPr id="4" name="Slide Number Placeholder 3">
            <a:extLst>
              <a:ext uri="{FF2B5EF4-FFF2-40B4-BE49-F238E27FC236}">
                <a16:creationId xmlns:a16="http://schemas.microsoft.com/office/drawing/2014/main" id="{93A48FC5-2504-4D78-F9EA-2626880709F2}"/>
              </a:ext>
            </a:extLst>
          </p:cNvPr>
          <p:cNvSpPr>
            <a:spLocks noGrp="1"/>
          </p:cNvSpPr>
          <p:nvPr>
            <p:ph type="sldNum" sz="quarter" idx="12"/>
          </p:nvPr>
        </p:nvSpPr>
        <p:spPr/>
        <p:txBody>
          <a:bodyPr/>
          <a:lstStyle/>
          <a:p>
            <a:fld id="{B6F15528-21DE-4FAA-801E-634DDDAF4B2B}" type="slidenum">
              <a:rPr lang="en-US" smtClean="0"/>
              <a:t>8</a:t>
            </a:fld>
            <a:endParaRPr lang="en-US"/>
          </a:p>
        </p:txBody>
      </p:sp>
      <p:sp>
        <p:nvSpPr>
          <p:cNvPr id="5" name="Rectangle 1">
            <a:extLst>
              <a:ext uri="{FF2B5EF4-FFF2-40B4-BE49-F238E27FC236}">
                <a16:creationId xmlns:a16="http://schemas.microsoft.com/office/drawing/2014/main" id="{99D3CCE4-E927-2894-11A6-B4FD9772E0F0}"/>
              </a:ext>
            </a:extLst>
          </p:cNvPr>
          <p:cNvSpPr>
            <a:spLocks noGrp="1" noChangeArrowheads="1"/>
          </p:cNvSpPr>
          <p:nvPr>
            <p:ph idx="1"/>
          </p:nvPr>
        </p:nvSpPr>
        <p:spPr bwMode="auto">
          <a:xfrm>
            <a:off x="182881" y="1352757"/>
            <a:ext cx="8901852"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defTabSz="914400" eaLnBrk="0" fontAlgn="base" hangingPunct="0">
              <a:lnSpc>
                <a:spcPct val="100000"/>
              </a:lnSpc>
              <a:spcBef>
                <a:spcPct val="0"/>
              </a:spcBef>
              <a:spcAft>
                <a:spcPct val="0"/>
              </a:spcAft>
              <a:buSzTx/>
              <a:buNone/>
            </a:pPr>
            <a:r>
              <a:rPr lang="en-US" sz="2400" dirty="0">
                <a:solidFill>
                  <a:schemeClr val="bg1"/>
                </a:solidFill>
                <a:latin typeface="Times New Roman" panose="02020603050405020304" pitchFamily="18" charset="0"/>
                <a:cs typeface="Times New Roman" panose="02020603050405020304" pitchFamily="18" charset="0"/>
              </a:rPr>
              <a:t>• The proposed system designs a </a:t>
            </a:r>
            <a:r>
              <a:rPr lang="en-US" sz="2400" b="1" dirty="0">
                <a:solidFill>
                  <a:schemeClr val="bg1"/>
                </a:solidFill>
                <a:latin typeface="Times New Roman" panose="02020603050405020304" pitchFamily="18" charset="0"/>
                <a:cs typeface="Times New Roman" panose="02020603050405020304" pitchFamily="18" charset="0"/>
              </a:rPr>
              <a:t>4-bit multiplier using Modified Gate    Diffusion Input (MGDI) technology</a:t>
            </a:r>
            <a:r>
              <a:rPr lang="en-US" sz="2400" dirty="0">
                <a:solidFill>
                  <a:schemeClr val="bg1"/>
                </a:solidFill>
                <a:latin typeface="Times New Roman" panose="02020603050405020304" pitchFamily="18" charset="0"/>
                <a:cs typeface="Times New Roman" panose="02020603050405020304" pitchFamily="18" charset="0"/>
              </a:rPr>
              <a:t>.</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 MGDI technique reduces the number of transistors from </a:t>
            </a:r>
            <a:r>
              <a:rPr lang="en-US" sz="2400" b="1" dirty="0">
                <a:solidFill>
                  <a:schemeClr val="bg1"/>
                </a:solidFill>
                <a:latin typeface="Times New Roman" panose="02020603050405020304" pitchFamily="18" charset="0"/>
                <a:cs typeface="Times New Roman" panose="02020603050405020304" pitchFamily="18" charset="0"/>
              </a:rPr>
              <a:t>6 (CMOS) to 2 (MGDI) in logic gates</a:t>
            </a:r>
            <a:r>
              <a:rPr lang="en-US" sz="2400" dirty="0">
                <a:solidFill>
                  <a:schemeClr val="bg1"/>
                </a:solidFill>
                <a:latin typeface="Times New Roman" panose="02020603050405020304" pitchFamily="18" charset="0"/>
                <a:cs typeface="Times New Roman" panose="02020603050405020304" pitchFamily="18" charset="0"/>
              </a:rPr>
              <a:t>.</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 The design helps to </a:t>
            </a:r>
            <a:r>
              <a:rPr lang="en-US" sz="2400" b="1" dirty="0">
                <a:solidFill>
                  <a:schemeClr val="bg1"/>
                </a:solidFill>
                <a:latin typeface="Times New Roman" panose="02020603050405020304" pitchFamily="18" charset="0"/>
                <a:cs typeface="Times New Roman" panose="02020603050405020304" pitchFamily="18" charset="0"/>
              </a:rPr>
              <a:t>reduce power consumption in digital circuits</a:t>
            </a:r>
            <a:r>
              <a:rPr lang="en-US" sz="2400" dirty="0">
                <a:solidFill>
                  <a:schemeClr val="bg1"/>
                </a:solidFill>
                <a:latin typeface="Times New Roman" panose="02020603050405020304" pitchFamily="18" charset="0"/>
                <a:cs typeface="Times New Roman" panose="02020603050405020304" pitchFamily="18" charset="0"/>
              </a:rPr>
              <a:t>.</a:t>
            </a:r>
            <a:br>
              <a:rPr lang="en-US" sz="2400" dirty="0">
                <a:solidFill>
                  <a:schemeClr val="bg1"/>
                </a:solidFill>
                <a:latin typeface="Times New Roman" panose="02020603050405020304" pitchFamily="18" charset="0"/>
                <a:cs typeface="Times New Roman" panose="02020603050405020304" pitchFamily="18" charset="0"/>
              </a:rPr>
            </a:br>
            <a:r>
              <a:rPr lang="en-US" sz="2400" dirty="0">
                <a:solidFill>
                  <a:schemeClr val="bg1"/>
                </a:solidFill>
                <a:latin typeface="Times New Roman" panose="02020603050405020304" pitchFamily="18" charset="0"/>
                <a:cs typeface="Times New Roman" panose="02020603050405020304" pitchFamily="18" charset="0"/>
              </a:rPr>
              <a:t>• The proposed multiplier improves </a:t>
            </a:r>
            <a:r>
              <a:rPr lang="en-US" sz="2400" b="1" dirty="0">
                <a:solidFill>
                  <a:schemeClr val="bg1"/>
                </a:solidFill>
                <a:latin typeface="Times New Roman" panose="02020603050405020304" pitchFamily="18" charset="0"/>
                <a:cs typeface="Times New Roman" panose="02020603050405020304" pitchFamily="18" charset="0"/>
              </a:rPr>
              <a:t>speed and efficiency in VLSI applications</a:t>
            </a:r>
            <a:r>
              <a:rPr lang="en-US" sz="2400" dirty="0">
                <a:solidFill>
                  <a:schemeClr val="bg1"/>
                </a:solidFill>
                <a:latin typeface="Times New Roman" panose="02020603050405020304" pitchFamily="18" charset="0"/>
                <a:cs typeface="Times New Roman" panose="02020603050405020304" pitchFamily="18" charset="0"/>
              </a:rPr>
              <a:t>.</a:t>
            </a:r>
            <a:endPar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46062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E7973D6-CA1F-BA6B-1EDD-7712F683D53E}"/>
              </a:ext>
            </a:extLst>
          </p:cNvPr>
          <p:cNvSpPr>
            <a:spLocks noGrp="1"/>
          </p:cNvSpPr>
          <p:nvPr>
            <p:ph type="title"/>
          </p:nvPr>
        </p:nvSpPr>
        <p:spPr>
          <a:xfrm>
            <a:off x="439101" y="584726"/>
            <a:ext cx="7429499" cy="1579354"/>
          </a:xfrm>
        </p:spPr>
        <p:txBody>
          <a:bodyPr>
            <a:noAutofit/>
          </a:bodyPr>
          <a:lstStyle/>
          <a:p>
            <a:r>
              <a:rPr lang="en-US" sz="3000" b="1" dirty="0">
                <a:solidFill>
                  <a:srgbClr val="FF0000"/>
                </a:solidFill>
                <a:latin typeface="Times New Roman" panose="02020603050405020304" pitchFamily="18" charset="0"/>
                <a:cs typeface="Times New Roman" panose="02020603050405020304" pitchFamily="18" charset="0"/>
              </a:rPr>
              <a:t>CMOS to MGDI Implementation</a:t>
            </a:r>
            <a:br>
              <a:rPr lang="en-US" sz="3000" b="1" dirty="0">
                <a:solidFill>
                  <a:schemeClr val="bg1"/>
                </a:solidFill>
                <a:latin typeface="Times New Roman" panose="02020603050405020304" pitchFamily="18" charset="0"/>
                <a:cs typeface="Times New Roman" panose="02020603050405020304" pitchFamily="18" charset="0"/>
              </a:rPr>
            </a:br>
            <a:br>
              <a:rPr lang="en-US" sz="3000" b="1" dirty="0">
                <a:solidFill>
                  <a:schemeClr val="bg1"/>
                </a:solidFill>
                <a:latin typeface="Times New Roman" panose="02020603050405020304" pitchFamily="18" charset="0"/>
                <a:cs typeface="Times New Roman" panose="02020603050405020304" pitchFamily="18" charset="0"/>
              </a:rPr>
            </a:br>
            <a:r>
              <a:rPr lang="en-US" sz="3000" dirty="0">
                <a:latin typeface="Times New Roman" panose="02020603050405020304" pitchFamily="18" charset="0"/>
                <a:cs typeface="Times New Roman" panose="02020603050405020304" pitchFamily="18" charset="0"/>
              </a:rPr>
              <a:t>.</a:t>
            </a:r>
            <a:endParaRPr lang="en-US" sz="3000" b="1" dirty="0">
              <a:solidFill>
                <a:schemeClr val="bg1"/>
              </a:solidFill>
              <a:latin typeface="Times New Roman" panose="02020603050405020304" pitchFamily="18" charset="0"/>
              <a:cs typeface="Times New Roman" panose="02020603050405020304" pitchFamily="18" charset="0"/>
            </a:endParaRPr>
          </a:p>
        </p:txBody>
      </p:sp>
      <p:sp>
        <p:nvSpPr>
          <p:cNvPr id="2" name="Rectangle 1">
            <a:extLst>
              <a:ext uri="{FF2B5EF4-FFF2-40B4-BE49-F238E27FC236}">
                <a16:creationId xmlns:a16="http://schemas.microsoft.com/office/drawing/2014/main" id="{D19274D2-5527-F1C2-DBB2-C3795C589039}"/>
              </a:ext>
            </a:extLst>
          </p:cNvPr>
          <p:cNvSpPr>
            <a:spLocks noChangeArrowheads="1"/>
          </p:cNvSpPr>
          <p:nvPr/>
        </p:nvSpPr>
        <p:spPr bwMode="auto">
          <a:xfrm>
            <a:off x="439101" y="1189737"/>
            <a:ext cx="8619732"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Multiplier circuit is first designed using </a:t>
            </a: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CMOS logic gates</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CMOS gates require </a:t>
            </a: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more number of transistors (6T)</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CMOS gates are replaced with </a:t>
            </a: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MGDI logic gates (2T)</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MGDI reduces </a:t>
            </a: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transistor count, power consumption, and delay</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b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b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This improves </a:t>
            </a:r>
            <a:r>
              <a:rPr kumimoji="0" lang="en-US" altLang="en-US" sz="24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speed and efficiency of the multiplier</a:t>
            </a:r>
            <a:r>
              <a:rPr kumimoji="0" lang="en-US" altLang="en-US" sz="24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a16="http://schemas.microsoft.com/office/drawing/2014/main" id="{8A38FE2F-FC10-43A8-97EB-E71C5161E76F}"/>
              </a:ext>
            </a:extLst>
          </p:cNvPr>
          <p:cNvPicPr>
            <a:picLocks noGrp="1" noChangeAspect="1"/>
          </p:cNvPicPr>
          <p:nvPr>
            <p:ph sz="half" idx="1"/>
          </p:nvPr>
        </p:nvPicPr>
        <p:blipFill>
          <a:blip r:embed="rId2"/>
          <a:stretch>
            <a:fillRect/>
          </a:stretch>
        </p:blipFill>
        <p:spPr>
          <a:xfrm>
            <a:off x="265510" y="572876"/>
            <a:ext cx="4236719" cy="3839580"/>
          </a:xfrm>
          <a:prstGeom prst="rect">
            <a:avLst/>
          </a:prstGeom>
        </p:spPr>
      </p:pic>
      <p:sp>
        <p:nvSpPr>
          <p:cNvPr id="5" name="Slide Number Placeholder 4">
            <a:extLst>
              <a:ext uri="{FF2B5EF4-FFF2-40B4-BE49-F238E27FC236}">
                <a16:creationId xmlns:a16="http://schemas.microsoft.com/office/drawing/2014/main" id="{19F0C759-D59B-CF99-E9F5-5268271CA794}"/>
              </a:ext>
            </a:extLst>
          </p:cNvPr>
          <p:cNvSpPr>
            <a:spLocks noGrp="1"/>
          </p:cNvSpPr>
          <p:nvPr>
            <p:ph type="sldNum" sz="quarter" idx="12"/>
          </p:nvPr>
        </p:nvSpPr>
        <p:spPr/>
        <p:txBody>
          <a:bodyPr/>
          <a:lstStyle/>
          <a:p>
            <a:fld id="{B6F15528-21DE-4FAA-801E-634DDDAF4B2B}" type="slidenum">
              <a:rPr lang="en-US" smtClean="0"/>
              <a:t>10</a:t>
            </a:fld>
            <a:endParaRPr lang="en-US"/>
          </a:p>
        </p:txBody>
      </p:sp>
      <p:pic>
        <p:nvPicPr>
          <p:cNvPr id="2052" name="Picture 4">
            <a:extLst>
              <a:ext uri="{FF2B5EF4-FFF2-40B4-BE49-F238E27FC236}">
                <a16:creationId xmlns:a16="http://schemas.microsoft.com/office/drawing/2014/main" id="{F4354C7E-6789-397A-346A-CF06E1C29BBE}"/>
              </a:ext>
            </a:extLst>
          </p:cNvPr>
          <p:cNvPicPr>
            <a:picLocks noGrp="1" noChangeAspect="1" noChangeArrowheads="1"/>
          </p:cNvPicPr>
          <p:nvPr>
            <p:ph sz="half" idx="2"/>
          </p:nvPr>
        </p:nvPicPr>
        <p:blipFill>
          <a:blip r:embed="rId3"/>
          <a:srcRect/>
          <a:stretch/>
        </p:blipFill>
        <p:spPr bwMode="auto">
          <a:xfrm>
            <a:off x="4735360" y="572876"/>
            <a:ext cx="4053383" cy="3839580"/>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110D41FD-FB4C-8062-D96B-99DB17D02640}"/>
              </a:ext>
            </a:extLst>
          </p:cNvPr>
          <p:cNvSpPr txBox="1"/>
          <p:nvPr/>
        </p:nvSpPr>
        <p:spPr>
          <a:xfrm>
            <a:off x="355600" y="4570624"/>
            <a:ext cx="3572933" cy="400110"/>
          </a:xfrm>
          <a:prstGeom prst="rect">
            <a:avLst/>
          </a:prstGeom>
          <a:noFill/>
        </p:spPr>
        <p:txBody>
          <a:bodyPr wrap="square" rtlCol="0">
            <a:spAutoFit/>
          </a:bodyPr>
          <a:lstStyle/>
          <a:p>
            <a:r>
              <a:rPr lang="en-US" sz="2000" dirty="0">
                <a:solidFill>
                  <a:schemeClr val="bg1"/>
                </a:solidFill>
                <a:latin typeface="Times New Roman" panose="02020603050405020304" pitchFamily="18" charset="0"/>
                <a:cs typeface="Times New Roman" panose="02020603050405020304" pitchFamily="18" charset="0"/>
              </a:rPr>
              <a:t>Fig (a):CMOS AND gate</a:t>
            </a:r>
          </a:p>
        </p:txBody>
      </p:sp>
      <p:sp>
        <p:nvSpPr>
          <p:cNvPr id="10" name="TextBox 9">
            <a:extLst>
              <a:ext uri="{FF2B5EF4-FFF2-40B4-BE49-F238E27FC236}">
                <a16:creationId xmlns:a16="http://schemas.microsoft.com/office/drawing/2014/main" id="{03D09F63-83BB-37E0-C993-C2FFFB5D3526}"/>
              </a:ext>
            </a:extLst>
          </p:cNvPr>
          <p:cNvSpPr txBox="1"/>
          <p:nvPr/>
        </p:nvSpPr>
        <p:spPr>
          <a:xfrm>
            <a:off x="4961466" y="4570624"/>
            <a:ext cx="3141134" cy="400110"/>
          </a:xfrm>
          <a:prstGeom prst="rect">
            <a:avLst/>
          </a:prstGeom>
          <a:noFill/>
        </p:spPr>
        <p:txBody>
          <a:bodyPr wrap="square" rtlCol="0">
            <a:spAutoFit/>
          </a:bodyPr>
          <a:lstStyle/>
          <a:p>
            <a:r>
              <a:rPr lang="en-US" sz="2000" dirty="0">
                <a:solidFill>
                  <a:schemeClr val="bg1"/>
                </a:solidFill>
                <a:latin typeface="Times New Roman" panose="02020603050405020304" pitchFamily="18" charset="0"/>
                <a:cs typeface="Times New Roman" panose="02020603050405020304" pitchFamily="18" charset="0"/>
              </a:rPr>
              <a:t>Fig (b): MGDI AND gate</a:t>
            </a:r>
          </a:p>
        </p:txBody>
      </p:sp>
    </p:spTree>
    <p:extLst>
      <p:ext uri="{BB962C8B-B14F-4D97-AF65-F5344CB8AC3E}">
        <p14:creationId xmlns:p14="http://schemas.microsoft.com/office/powerpoint/2010/main" val="29148753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50A4D66-0C43-3820-4C7A-FEB3F1B63CC4}"/>
              </a:ext>
            </a:extLst>
          </p:cNvPr>
          <p:cNvSpPr txBox="1"/>
          <p:nvPr/>
        </p:nvSpPr>
        <p:spPr>
          <a:xfrm>
            <a:off x="585096" y="4635647"/>
            <a:ext cx="3230372" cy="369332"/>
          </a:xfrm>
          <a:prstGeom prst="rect">
            <a:avLst/>
          </a:prstGeom>
          <a:noFill/>
        </p:spPr>
        <p:txBody>
          <a:bodyPr wrap="none" rtlCol="0">
            <a:spAutoFit/>
          </a:bodyPr>
          <a:lstStyle/>
          <a:p>
            <a:r>
              <a:rPr lang="en-US" dirty="0">
                <a:solidFill>
                  <a:schemeClr val="bg1"/>
                </a:solidFill>
                <a:latin typeface="Times New Roman" panose="02020603050405020304" pitchFamily="18" charset="0"/>
                <a:cs typeface="Times New Roman" panose="02020603050405020304" pitchFamily="18" charset="0"/>
              </a:rPr>
              <a:t>Fig : MGDI Schematic Diagram </a:t>
            </a:r>
          </a:p>
        </p:txBody>
      </p:sp>
      <p:pic>
        <p:nvPicPr>
          <p:cNvPr id="7" name="Picture 6">
            <a:extLst>
              <a:ext uri="{FF2B5EF4-FFF2-40B4-BE49-F238E27FC236}">
                <a16:creationId xmlns:a16="http://schemas.microsoft.com/office/drawing/2014/main" id="{F77F340F-C9EA-AC40-0BE7-BC1D4E2D9808}"/>
              </a:ext>
            </a:extLst>
          </p:cNvPr>
          <p:cNvPicPr>
            <a:picLocks noChangeAspect="1"/>
          </p:cNvPicPr>
          <p:nvPr/>
        </p:nvPicPr>
        <p:blipFill>
          <a:blip r:embed="rId2"/>
          <a:stretch>
            <a:fillRect/>
          </a:stretch>
        </p:blipFill>
        <p:spPr>
          <a:xfrm>
            <a:off x="232756" y="266700"/>
            <a:ext cx="8857903" cy="4368947"/>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4EC60-8E1B-2B73-F7DB-BAC658F3D34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6F52C63-7278-8DA4-662D-ECF95B78BDD5}"/>
              </a:ext>
            </a:extLst>
          </p:cNvPr>
          <p:cNvSpPr>
            <a:spLocks noGrp="1"/>
          </p:cNvSpPr>
          <p:nvPr>
            <p:ph type="title"/>
          </p:nvPr>
        </p:nvSpPr>
        <p:spPr>
          <a:xfrm>
            <a:off x="925041" y="0"/>
            <a:ext cx="7429499" cy="897467"/>
          </a:xfrm>
        </p:spPr>
        <p:txBody>
          <a:bodyPr>
            <a:normAutofit/>
          </a:bodyPr>
          <a:lstStyle/>
          <a:p>
            <a:pPr algn="ctr"/>
            <a:r>
              <a:rPr lang="en-US" sz="3000" b="1" dirty="0">
                <a:solidFill>
                  <a:srgbClr val="FF0000"/>
                </a:solidFill>
                <a:latin typeface="Times New Roman" panose="02020603050405020304" pitchFamily="18" charset="0"/>
                <a:cs typeface="Times New Roman" panose="02020603050405020304" pitchFamily="18" charset="0"/>
              </a:rPr>
              <a:t>WORKING MODEL</a:t>
            </a:r>
          </a:p>
        </p:txBody>
      </p:sp>
      <p:sp>
        <p:nvSpPr>
          <p:cNvPr id="10" name="TextBox 9">
            <a:extLst>
              <a:ext uri="{FF2B5EF4-FFF2-40B4-BE49-F238E27FC236}">
                <a16:creationId xmlns:a16="http://schemas.microsoft.com/office/drawing/2014/main" id="{40C8E9BF-722F-F07B-1A14-D8D1F9781880}"/>
              </a:ext>
            </a:extLst>
          </p:cNvPr>
          <p:cNvSpPr txBox="1"/>
          <p:nvPr/>
        </p:nvSpPr>
        <p:spPr>
          <a:xfrm>
            <a:off x="925041" y="4700335"/>
            <a:ext cx="4283242" cy="338554"/>
          </a:xfrm>
          <a:prstGeom prst="rect">
            <a:avLst/>
          </a:prstGeom>
          <a:noFill/>
        </p:spPr>
        <p:txBody>
          <a:bodyPr wrap="square" rtlCol="0">
            <a:spAutoFit/>
          </a:bodyPr>
          <a:lstStyle/>
          <a:p>
            <a:r>
              <a:rPr lang="en-US" sz="1600" dirty="0">
                <a:solidFill>
                  <a:schemeClr val="bg1"/>
                </a:solidFill>
                <a:latin typeface="Times New Roman" panose="02020603050405020304" pitchFamily="18" charset="0"/>
                <a:cs typeface="Times New Roman" panose="02020603050405020304" pitchFamily="18" charset="0"/>
              </a:rPr>
              <a:t>Fig : Multiplier Schematic Diagram</a:t>
            </a:r>
          </a:p>
        </p:txBody>
      </p:sp>
      <p:pic>
        <p:nvPicPr>
          <p:cNvPr id="3" name="Picture 2">
            <a:extLst>
              <a:ext uri="{FF2B5EF4-FFF2-40B4-BE49-F238E27FC236}">
                <a16:creationId xmlns:a16="http://schemas.microsoft.com/office/drawing/2014/main" id="{E6FC9378-5D0A-E242-988B-6A02A9E9A6DF}"/>
              </a:ext>
            </a:extLst>
          </p:cNvPr>
          <p:cNvPicPr>
            <a:picLocks noChangeAspect="1"/>
          </p:cNvPicPr>
          <p:nvPr/>
        </p:nvPicPr>
        <p:blipFill>
          <a:blip r:embed="rId2"/>
          <a:stretch>
            <a:fillRect/>
          </a:stretch>
        </p:blipFill>
        <p:spPr>
          <a:xfrm>
            <a:off x="151783" y="752220"/>
            <a:ext cx="8931258" cy="3873119"/>
          </a:xfrm>
          <a:prstGeom prst="rect">
            <a:avLst/>
          </a:prstGeom>
        </p:spPr>
      </p:pic>
    </p:spTree>
    <p:extLst>
      <p:ext uri="{BB962C8B-B14F-4D97-AF65-F5344CB8AC3E}">
        <p14:creationId xmlns:p14="http://schemas.microsoft.com/office/powerpoint/2010/main" val="1987941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ADBA27-6692-7489-2791-3C1960DDA309}"/>
              </a:ext>
            </a:extLst>
          </p:cNvPr>
          <p:cNvSpPr>
            <a:spLocks noGrp="1"/>
          </p:cNvSpPr>
          <p:nvPr>
            <p:ph type="sldNum" sz="quarter" idx="12"/>
          </p:nvPr>
        </p:nvSpPr>
        <p:spPr/>
        <p:txBody>
          <a:bodyPr/>
          <a:lstStyle/>
          <a:p>
            <a:fld id="{B6F15528-21DE-4FAA-801E-634DDDAF4B2B}" type="slidenum">
              <a:rPr lang="en-US" smtClean="0"/>
              <a:t>13</a:t>
            </a:fld>
            <a:endParaRPr lang="en-US"/>
          </a:p>
        </p:txBody>
      </p:sp>
      <p:sp>
        <p:nvSpPr>
          <p:cNvPr id="10" name="Content Placeholder 9">
            <a:extLst>
              <a:ext uri="{FF2B5EF4-FFF2-40B4-BE49-F238E27FC236}">
                <a16:creationId xmlns:a16="http://schemas.microsoft.com/office/drawing/2014/main" id="{233F4AE8-9CEC-DA90-90BE-E47093B12ADC}"/>
              </a:ext>
            </a:extLst>
          </p:cNvPr>
          <p:cNvSpPr>
            <a:spLocks noGrp="1"/>
          </p:cNvSpPr>
          <p:nvPr>
            <p:ph idx="1"/>
          </p:nvPr>
        </p:nvSpPr>
        <p:spPr>
          <a:xfrm>
            <a:off x="856058" y="457200"/>
            <a:ext cx="7429500" cy="2656286"/>
          </a:xfrm>
        </p:spPr>
        <p:txBody>
          <a:bodyPr>
            <a:noAutofit/>
          </a:bodyPr>
          <a:lstStyle/>
          <a:p>
            <a:pPr>
              <a:buSzPct val="100000"/>
            </a:pPr>
            <a:r>
              <a:rPr lang="en-US" b="1" dirty="0">
                <a:solidFill>
                  <a:schemeClr val="bg1"/>
                </a:solidFill>
                <a:latin typeface="Times New Roman" panose="02020603050405020304" pitchFamily="18" charset="0"/>
                <a:cs typeface="Times New Roman" panose="02020603050405020304" pitchFamily="18" charset="0"/>
              </a:rPr>
              <a:t>1. Input Stage:</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Two </a:t>
            </a:r>
            <a:r>
              <a:rPr lang="en-US" b="1" dirty="0">
                <a:solidFill>
                  <a:schemeClr val="bg1"/>
                </a:solidFill>
                <a:latin typeface="Times New Roman" panose="02020603050405020304" pitchFamily="18" charset="0"/>
                <a:cs typeface="Times New Roman" panose="02020603050405020304" pitchFamily="18" charset="0"/>
              </a:rPr>
              <a:t>4-bit binary numbers (A and B)</a:t>
            </a:r>
            <a:r>
              <a:rPr lang="en-US" dirty="0">
                <a:solidFill>
                  <a:schemeClr val="bg1"/>
                </a:solidFill>
                <a:latin typeface="Times New Roman" panose="02020603050405020304" pitchFamily="18" charset="0"/>
                <a:cs typeface="Times New Roman" panose="02020603050405020304" pitchFamily="18" charset="0"/>
              </a:rPr>
              <a:t> are given as inputs to the multiplier circuit.</a:t>
            </a:r>
          </a:p>
          <a:p>
            <a:pPr>
              <a:buSzPct val="100000"/>
            </a:pPr>
            <a:r>
              <a:rPr lang="en-US" b="1" dirty="0">
                <a:solidFill>
                  <a:schemeClr val="bg1"/>
                </a:solidFill>
                <a:latin typeface="Times New Roman" panose="02020603050405020304" pitchFamily="18" charset="0"/>
                <a:cs typeface="Times New Roman" panose="02020603050405020304" pitchFamily="18" charset="0"/>
              </a:rPr>
              <a:t>2. Partial Product Generation:</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The </a:t>
            </a:r>
            <a:r>
              <a:rPr lang="en-US" b="1" dirty="0">
                <a:solidFill>
                  <a:schemeClr val="bg1"/>
                </a:solidFill>
                <a:latin typeface="Times New Roman" panose="02020603050405020304" pitchFamily="18" charset="0"/>
                <a:cs typeface="Times New Roman" panose="02020603050405020304" pitchFamily="18" charset="0"/>
              </a:rPr>
              <a:t>MGDI logic gates generate partial products</a:t>
            </a:r>
            <a:r>
              <a:rPr lang="en-US" dirty="0">
                <a:solidFill>
                  <a:schemeClr val="bg1"/>
                </a:solidFill>
                <a:latin typeface="Times New Roman" panose="02020603050405020304" pitchFamily="18" charset="0"/>
                <a:cs typeface="Times New Roman" panose="02020603050405020304" pitchFamily="18" charset="0"/>
              </a:rPr>
              <a:t> by multiplying each bit of the input numbers.</a:t>
            </a:r>
          </a:p>
          <a:p>
            <a:pPr>
              <a:buSzPct val="100000"/>
            </a:pPr>
            <a:r>
              <a:rPr lang="en-US" b="1" dirty="0">
                <a:solidFill>
                  <a:schemeClr val="bg1"/>
                </a:solidFill>
                <a:latin typeface="Times New Roman" panose="02020603050405020304" pitchFamily="18" charset="0"/>
                <a:cs typeface="Times New Roman" panose="02020603050405020304" pitchFamily="18" charset="0"/>
              </a:rPr>
              <a:t>3. Addition Process:</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The generated partial products are </a:t>
            </a:r>
            <a:r>
              <a:rPr lang="en-US" b="1" dirty="0">
                <a:solidFill>
                  <a:schemeClr val="bg1"/>
                </a:solidFill>
                <a:latin typeface="Times New Roman" panose="02020603050405020304" pitchFamily="18" charset="0"/>
                <a:cs typeface="Times New Roman" panose="02020603050405020304" pitchFamily="18" charset="0"/>
              </a:rPr>
              <a:t>added using adder circuits</a:t>
            </a:r>
            <a:r>
              <a:rPr lang="en-US" dirty="0">
                <a:solidFill>
                  <a:schemeClr val="bg1"/>
                </a:solidFill>
                <a:latin typeface="Times New Roman" panose="02020603050405020304" pitchFamily="18" charset="0"/>
                <a:cs typeface="Times New Roman" panose="02020603050405020304" pitchFamily="18" charset="0"/>
              </a:rPr>
              <a:t> to perform the multiplication operation.</a:t>
            </a:r>
          </a:p>
          <a:p>
            <a:pPr>
              <a:buSzPct val="100000"/>
            </a:pPr>
            <a:r>
              <a:rPr lang="en-US" b="1" dirty="0">
                <a:solidFill>
                  <a:schemeClr val="bg1"/>
                </a:solidFill>
                <a:latin typeface="Times New Roman" panose="02020603050405020304" pitchFamily="18" charset="0"/>
                <a:cs typeface="Times New Roman" panose="02020603050405020304" pitchFamily="18" charset="0"/>
              </a:rPr>
              <a:t>4. Final Output:</a:t>
            </a:r>
            <a:br>
              <a:rPr lang="en-US" dirty="0">
                <a:solidFill>
                  <a:schemeClr val="bg1"/>
                </a:solidFill>
                <a:latin typeface="Times New Roman" panose="02020603050405020304" pitchFamily="18" charset="0"/>
                <a:cs typeface="Times New Roman" panose="02020603050405020304" pitchFamily="18" charset="0"/>
              </a:rPr>
            </a:br>
            <a:r>
              <a:rPr lang="en-US" dirty="0">
                <a:solidFill>
                  <a:schemeClr val="bg1"/>
                </a:solidFill>
                <a:latin typeface="Times New Roman" panose="02020603050405020304" pitchFamily="18" charset="0"/>
                <a:cs typeface="Times New Roman" panose="02020603050405020304" pitchFamily="18" charset="0"/>
              </a:rPr>
              <a:t>The circuit produces the </a:t>
            </a:r>
            <a:r>
              <a:rPr lang="en-US" b="1" dirty="0">
                <a:solidFill>
                  <a:schemeClr val="bg1"/>
                </a:solidFill>
                <a:latin typeface="Times New Roman" panose="02020603050405020304" pitchFamily="18" charset="0"/>
                <a:cs typeface="Times New Roman" panose="02020603050405020304" pitchFamily="18" charset="0"/>
              </a:rPr>
              <a:t>8-bit multiplication result</a:t>
            </a:r>
            <a:r>
              <a:rPr lang="en-US" dirty="0">
                <a:solidFill>
                  <a:schemeClr val="bg1"/>
                </a:solidFill>
                <a:latin typeface="Times New Roman" panose="02020603050405020304" pitchFamily="18" charset="0"/>
                <a:cs typeface="Times New Roman" panose="02020603050405020304" pitchFamily="18" charset="0"/>
              </a:rPr>
              <a:t>, which represents the product of the two input numbers.</a:t>
            </a:r>
          </a:p>
          <a:p>
            <a:pPr>
              <a:buSzPct val="100000"/>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53042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42" name="Title 1"/>
          <p:cNvSpPr>
            <a:spLocks noGrp="1"/>
          </p:cNvSpPr>
          <p:nvPr>
            <p:ph type="title"/>
          </p:nvPr>
        </p:nvSpPr>
        <p:spPr>
          <a:xfrm>
            <a:off x="1082899" y="-294786"/>
            <a:ext cx="7429499" cy="1108928"/>
          </a:xfrm>
        </p:spPr>
        <p:txBody>
          <a:bodyPr>
            <a:normAutofit/>
          </a:bodyPr>
          <a:lstStyle/>
          <a:p>
            <a:r>
              <a:rPr lang="en-US" sz="3000" b="1" dirty="0">
                <a:solidFill>
                  <a:srgbClr val="FF0000"/>
                </a:solidFill>
                <a:latin typeface="Times New Roman" panose="02020603050405020304" pitchFamily="18" charset="0"/>
                <a:cs typeface="Times New Roman" panose="02020603050405020304" pitchFamily="18" charset="0"/>
              </a:rPr>
              <a:t>                           result</a:t>
            </a:r>
            <a:endParaRPr lang="en-IN" sz="3000" b="1" dirty="0">
              <a:solidFill>
                <a:srgbClr val="FF0000"/>
              </a:solidFill>
              <a:latin typeface="Times New Roman" panose="02020603050405020304" pitchFamily="18" charset="0"/>
              <a:cs typeface="Times New Roman" panose="02020603050405020304" pitchFamily="18" charset="0"/>
            </a:endParaRPr>
          </a:p>
        </p:txBody>
      </p:sp>
      <p:sp>
        <p:nvSpPr>
          <p:cNvPr id="1048643" name="Content Placeholder 2"/>
          <p:cNvSpPr>
            <a:spLocks noGrp="1"/>
          </p:cNvSpPr>
          <p:nvPr>
            <p:ph idx="1"/>
          </p:nvPr>
        </p:nvSpPr>
        <p:spPr>
          <a:xfrm>
            <a:off x="83820" y="3477101"/>
            <a:ext cx="7429500" cy="1551385"/>
          </a:xfrm>
        </p:spPr>
        <p:txBody>
          <a:bodyPr>
            <a:normAutofit fontScale="49444" lnSpcReduction="20000"/>
          </a:bodyPr>
          <a:lstStyle/>
          <a:p>
            <a:endParaRPr lang="en-US" dirty="0"/>
          </a:p>
          <a:p>
            <a:endParaRPr lang="en-US" dirty="0"/>
          </a:p>
          <a:p>
            <a:endParaRPr lang="en-US" dirty="0"/>
          </a:p>
          <a:p>
            <a:endParaRPr lang="en-US" dirty="0"/>
          </a:p>
          <a:p>
            <a:endParaRPr lang="en-US" dirty="0"/>
          </a:p>
          <a:p>
            <a:pPr marL="0" indent="0">
              <a:buNone/>
            </a:pPr>
            <a:r>
              <a:rPr lang="en-US" sz="3200" dirty="0">
                <a:solidFill>
                  <a:schemeClr val="bg1"/>
                </a:solidFill>
                <a:latin typeface="Times New Roman" panose="02020603050405020304" pitchFamily="18" charset="0"/>
                <a:cs typeface="Times New Roman" panose="02020603050405020304" pitchFamily="18" charset="0"/>
              </a:rPr>
              <a:t>	Fig: Final wave form                                                                                                </a:t>
            </a:r>
            <a:endParaRPr lang="en-IN" sz="3200" dirty="0">
              <a:solidFill>
                <a:schemeClr val="bg1"/>
              </a:solidFill>
              <a:latin typeface="Times New Roman" panose="02020603050405020304" pitchFamily="18" charset="0"/>
              <a:cs typeface="Times New Roman" panose="02020603050405020304" pitchFamily="18" charset="0"/>
            </a:endParaRPr>
          </a:p>
        </p:txBody>
      </p:sp>
      <p:sp>
        <p:nvSpPr>
          <p:cNvPr id="1048644" name="Slide Number Placeholder 3"/>
          <p:cNvSpPr>
            <a:spLocks noGrp="1"/>
          </p:cNvSpPr>
          <p:nvPr>
            <p:ph type="sldNum" sz="quarter" idx="12"/>
          </p:nvPr>
        </p:nvSpPr>
        <p:spPr/>
        <p:txBody>
          <a:bodyPr/>
          <a:lstStyle/>
          <a:p>
            <a:fld id="{B6F15528-21DE-4FAA-801E-634DDDAF4B2B}" type="slidenum">
              <a:rPr lang="en-US" smtClean="0"/>
              <a:t>14</a:t>
            </a:fld>
            <a:endParaRPr lang="en-US"/>
          </a:p>
        </p:txBody>
      </p:sp>
      <p:pic>
        <p:nvPicPr>
          <p:cNvPr id="6" name="Picture 5">
            <a:extLst>
              <a:ext uri="{FF2B5EF4-FFF2-40B4-BE49-F238E27FC236}">
                <a16:creationId xmlns:a16="http://schemas.microsoft.com/office/drawing/2014/main" id="{BC452FF7-D8BE-6075-4396-CE9CE530DA9E}"/>
              </a:ext>
            </a:extLst>
          </p:cNvPr>
          <p:cNvPicPr>
            <a:picLocks noChangeAspect="1"/>
          </p:cNvPicPr>
          <p:nvPr/>
        </p:nvPicPr>
        <p:blipFill>
          <a:blip r:embed="rId3"/>
          <a:stretch>
            <a:fillRect/>
          </a:stretch>
        </p:blipFill>
        <p:spPr>
          <a:xfrm>
            <a:off x="83820" y="457200"/>
            <a:ext cx="8917923" cy="41300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372620A-FAC8-15BC-AF68-10695E81E752}"/>
              </a:ext>
            </a:extLst>
          </p:cNvPr>
          <p:cNvSpPr>
            <a:spLocks noGrp="1"/>
          </p:cNvSpPr>
          <p:nvPr>
            <p:ph type="title"/>
          </p:nvPr>
        </p:nvSpPr>
        <p:spPr>
          <a:xfrm>
            <a:off x="791900" y="0"/>
            <a:ext cx="7429499" cy="1108928"/>
          </a:xfrm>
        </p:spPr>
        <p:txBody>
          <a:bodyPr>
            <a:normAutofit/>
          </a:bodyPr>
          <a:lstStyle/>
          <a:p>
            <a:pPr algn="ctr"/>
            <a:r>
              <a:rPr lang="en-US" sz="3000" b="1" dirty="0">
                <a:solidFill>
                  <a:srgbClr val="FF0000"/>
                </a:solidFill>
                <a:latin typeface="Times New Roman" panose="02020603050405020304" pitchFamily="18" charset="0"/>
                <a:cs typeface="Times New Roman" panose="02020603050405020304" pitchFamily="18" charset="0"/>
              </a:rPr>
              <a:t>COMPARISION TABLE</a:t>
            </a:r>
          </a:p>
        </p:txBody>
      </p:sp>
      <p:sp>
        <p:nvSpPr>
          <p:cNvPr id="3" name="Slide Number Placeholder 2">
            <a:extLst>
              <a:ext uri="{FF2B5EF4-FFF2-40B4-BE49-F238E27FC236}">
                <a16:creationId xmlns:a16="http://schemas.microsoft.com/office/drawing/2014/main" id="{9D0A49F8-DCFC-4241-EE8A-6A786A241FE3}"/>
              </a:ext>
            </a:extLst>
          </p:cNvPr>
          <p:cNvSpPr>
            <a:spLocks noGrp="1"/>
          </p:cNvSpPr>
          <p:nvPr>
            <p:ph type="sldNum" sz="quarter" idx="12"/>
          </p:nvPr>
        </p:nvSpPr>
        <p:spPr>
          <a:xfrm>
            <a:off x="8485818" y="4869656"/>
            <a:ext cx="578317" cy="273844"/>
          </a:xfrm>
        </p:spPr>
        <p:txBody>
          <a:bodyPr/>
          <a:lstStyle/>
          <a:p>
            <a:fld id="{B6F15528-21DE-4FAA-801E-634DDDAF4B2B}" type="slidenum">
              <a:rPr lang="en-US" smtClean="0"/>
              <a:t>15</a:t>
            </a:fld>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2281701372"/>
              </p:ext>
            </p:extLst>
          </p:nvPr>
        </p:nvGraphicFramePr>
        <p:xfrm>
          <a:off x="815341" y="979388"/>
          <a:ext cx="7218890" cy="3549761"/>
        </p:xfrm>
        <a:graphic>
          <a:graphicData uri="http://schemas.openxmlformats.org/drawingml/2006/table">
            <a:tbl>
              <a:tblPr firstRow="1" bandRow="1">
                <a:tableStyleId>{ED083AE6-46FA-4A59-8FB0-9F97EB10719F}</a:tableStyleId>
              </a:tblPr>
              <a:tblGrid>
                <a:gridCol w="2417496">
                  <a:extLst>
                    <a:ext uri="{9D8B030D-6E8A-4147-A177-3AD203B41FA5}">
                      <a16:colId xmlns:a16="http://schemas.microsoft.com/office/drawing/2014/main" val="20000"/>
                    </a:ext>
                  </a:extLst>
                </a:gridCol>
                <a:gridCol w="2412048">
                  <a:extLst>
                    <a:ext uri="{9D8B030D-6E8A-4147-A177-3AD203B41FA5}">
                      <a16:colId xmlns:a16="http://schemas.microsoft.com/office/drawing/2014/main" val="20001"/>
                    </a:ext>
                  </a:extLst>
                </a:gridCol>
                <a:gridCol w="2389346">
                  <a:extLst>
                    <a:ext uri="{9D8B030D-6E8A-4147-A177-3AD203B41FA5}">
                      <a16:colId xmlns:a16="http://schemas.microsoft.com/office/drawing/2014/main" val="20002"/>
                    </a:ext>
                  </a:extLst>
                </a:gridCol>
              </a:tblGrid>
              <a:tr h="1050787">
                <a:tc>
                  <a:txBody>
                    <a:bodyPr/>
                    <a:lstStyle/>
                    <a:p>
                      <a:pPr algn="ctr">
                        <a:buNone/>
                      </a:pPr>
                      <a:r>
                        <a:rPr lang="en-US" sz="2000" dirty="0">
                          <a:solidFill>
                            <a:schemeClr val="bg1"/>
                          </a:solidFill>
                          <a:latin typeface="Times New Roman" panose="02020603050405020304" pitchFamily="18" charset="0"/>
                          <a:cs typeface="Times New Roman" panose="02020603050405020304" pitchFamily="18" charset="0"/>
                        </a:rPr>
                        <a:t>PARAMETERS</a:t>
                      </a:r>
                    </a:p>
                  </a:txBody>
                  <a:tcPr anchor="ctr"/>
                </a:tc>
                <a:tc>
                  <a:txBody>
                    <a:bodyPr/>
                    <a:lstStyle/>
                    <a:p>
                      <a:pPr algn="ctr">
                        <a:buNone/>
                      </a:pPr>
                      <a:r>
                        <a:rPr lang="en-US" sz="2000" dirty="0">
                          <a:solidFill>
                            <a:schemeClr val="bg1"/>
                          </a:solidFill>
                          <a:latin typeface="Times New Roman" panose="02020603050405020304" pitchFamily="18" charset="0"/>
                          <a:cs typeface="Times New Roman" panose="02020603050405020304" pitchFamily="18" charset="0"/>
                        </a:rPr>
                        <a:t>EXISTING</a:t>
                      </a:r>
                    </a:p>
                    <a:p>
                      <a:pPr algn="ctr">
                        <a:buNone/>
                      </a:pPr>
                      <a:r>
                        <a:rPr lang="en-US" sz="2000" dirty="0">
                          <a:solidFill>
                            <a:schemeClr val="bg1"/>
                          </a:solidFill>
                          <a:latin typeface="Times New Roman" panose="02020603050405020304" pitchFamily="18" charset="0"/>
                          <a:cs typeface="Times New Roman" panose="02020603050405020304" pitchFamily="18" charset="0"/>
                        </a:rPr>
                        <a:t>CMOS</a:t>
                      </a:r>
                    </a:p>
                  </a:txBody>
                  <a:tcPr anchor="ctr"/>
                </a:tc>
                <a:tc>
                  <a:txBody>
                    <a:bodyPr/>
                    <a:lstStyle/>
                    <a:p>
                      <a:pPr algn="ctr">
                        <a:buNone/>
                      </a:pPr>
                      <a:r>
                        <a:rPr lang="en-US" sz="2000" dirty="0">
                          <a:solidFill>
                            <a:schemeClr val="bg1"/>
                          </a:solidFill>
                          <a:latin typeface="Times New Roman" panose="02020603050405020304" pitchFamily="18" charset="0"/>
                          <a:cs typeface="Times New Roman" panose="02020603050405020304" pitchFamily="18" charset="0"/>
                        </a:rPr>
                        <a:t>PROPOSED</a:t>
                      </a:r>
                    </a:p>
                    <a:p>
                      <a:pPr algn="ctr">
                        <a:buNone/>
                      </a:pPr>
                      <a:r>
                        <a:rPr lang="en-US" sz="2000" dirty="0">
                          <a:solidFill>
                            <a:schemeClr val="bg1"/>
                          </a:solidFill>
                          <a:latin typeface="Times New Roman" panose="02020603050405020304" pitchFamily="18" charset="0"/>
                          <a:cs typeface="Times New Roman" panose="02020603050405020304" pitchFamily="18" charset="0"/>
                        </a:rPr>
                        <a:t>MGDI </a:t>
                      </a:r>
                    </a:p>
                  </a:txBody>
                  <a:tcPr anchor="ctr"/>
                </a:tc>
                <a:extLst>
                  <a:ext uri="{0D108BD9-81ED-4DB2-BD59-A6C34878D82A}">
                    <a16:rowId xmlns:a16="http://schemas.microsoft.com/office/drawing/2014/main" val="10000"/>
                  </a:ext>
                </a:extLst>
              </a:tr>
              <a:tr h="668394">
                <a:tc>
                  <a:txBody>
                    <a:bodyPr/>
                    <a:lstStyle/>
                    <a:p>
                      <a:pPr>
                        <a:buNone/>
                      </a:pPr>
                      <a:r>
                        <a:rPr lang="en-US" sz="2000" b="1" dirty="0">
                          <a:solidFill>
                            <a:schemeClr val="bg1"/>
                          </a:solidFill>
                          <a:latin typeface="Times New Roman" panose="02020603050405020304" pitchFamily="18" charset="0"/>
                          <a:cs typeface="Times New Roman" panose="02020603050405020304" pitchFamily="18" charset="0"/>
                        </a:rPr>
                        <a:t>Transistor Count</a:t>
                      </a:r>
                    </a:p>
                  </a:txBody>
                  <a:tcPr anchor="ctr"/>
                </a:tc>
                <a:tc>
                  <a:txBody>
                    <a:bodyPr/>
                    <a:lstStyle/>
                    <a:p>
                      <a:pPr algn="ctr">
                        <a:buNone/>
                      </a:pPr>
                      <a:r>
                        <a:rPr lang="en-US" sz="2000" dirty="0">
                          <a:solidFill>
                            <a:schemeClr val="bg1"/>
                          </a:solidFill>
                          <a:latin typeface="Times New Roman" panose="02020603050405020304" pitchFamily="18" charset="0"/>
                          <a:cs typeface="Times New Roman" panose="02020603050405020304" pitchFamily="18" charset="0"/>
                        </a:rPr>
                        <a:t>6</a:t>
                      </a:r>
                    </a:p>
                  </a:txBody>
                  <a:tcPr anchor="ctr"/>
                </a:tc>
                <a:tc>
                  <a:txBody>
                    <a:bodyPr/>
                    <a:lstStyle/>
                    <a:p>
                      <a:pPr algn="ctr">
                        <a:buNone/>
                      </a:pPr>
                      <a:r>
                        <a:rPr lang="en-US" sz="2000">
                          <a:solidFill>
                            <a:schemeClr val="bg1"/>
                          </a:solidFill>
                          <a:latin typeface="Times New Roman" panose="02020603050405020304" pitchFamily="18" charset="0"/>
                          <a:cs typeface="Times New Roman" panose="02020603050405020304" pitchFamily="18" charset="0"/>
                        </a:rPr>
                        <a:t>2</a:t>
                      </a:r>
                    </a:p>
                  </a:txBody>
                  <a:tcPr anchor="ctr"/>
                </a:tc>
                <a:extLst>
                  <a:ext uri="{0D108BD9-81ED-4DB2-BD59-A6C34878D82A}">
                    <a16:rowId xmlns:a16="http://schemas.microsoft.com/office/drawing/2014/main" val="10001"/>
                  </a:ext>
                </a:extLst>
              </a:tr>
              <a:tr h="452449">
                <a:tc>
                  <a:txBody>
                    <a:bodyPr/>
                    <a:lstStyle/>
                    <a:p>
                      <a:pPr>
                        <a:buNone/>
                      </a:pPr>
                      <a:r>
                        <a:rPr lang="en-US" sz="2000" b="1" dirty="0">
                          <a:solidFill>
                            <a:schemeClr val="bg1"/>
                          </a:solidFill>
                          <a:latin typeface="Times New Roman" panose="02020603050405020304" pitchFamily="18" charset="0"/>
                          <a:cs typeface="Times New Roman" panose="02020603050405020304" pitchFamily="18" charset="0"/>
                        </a:rPr>
                        <a:t>Power Consumption</a:t>
                      </a:r>
                    </a:p>
                  </a:txBody>
                  <a:tcPr anchor="ctr"/>
                </a:tc>
                <a:tc>
                  <a:txBody>
                    <a:bodyPr/>
                    <a:lstStyle/>
                    <a:p>
                      <a:pPr algn="ctr">
                        <a:buNone/>
                      </a:pPr>
                      <a:r>
                        <a:rPr lang="en-US" sz="2000" dirty="0">
                          <a:solidFill>
                            <a:schemeClr val="bg1"/>
                          </a:solidFill>
                          <a:latin typeface="Times New Roman" panose="02020603050405020304" pitchFamily="18" charset="0"/>
                          <a:cs typeface="Times New Roman" panose="02020603050405020304" pitchFamily="18" charset="0"/>
                        </a:rPr>
                        <a:t>10 µW</a:t>
                      </a:r>
                    </a:p>
                  </a:txBody>
                  <a:tcPr anchor="ctr"/>
                </a:tc>
                <a:tc>
                  <a:txBody>
                    <a:bodyPr/>
                    <a:lstStyle/>
                    <a:p>
                      <a:pPr algn="ctr">
                        <a:buNone/>
                      </a:pPr>
                      <a:r>
                        <a:rPr lang="en-US" sz="2000" dirty="0">
                          <a:solidFill>
                            <a:schemeClr val="bg1"/>
                          </a:solidFill>
                          <a:latin typeface="Times New Roman" panose="02020603050405020304" pitchFamily="18" charset="0"/>
                          <a:cs typeface="Times New Roman" panose="02020603050405020304" pitchFamily="18" charset="0"/>
                        </a:rPr>
                        <a:t>3 µW</a:t>
                      </a:r>
                    </a:p>
                  </a:txBody>
                  <a:tcPr anchor="ctr"/>
                </a:tc>
                <a:extLst>
                  <a:ext uri="{0D108BD9-81ED-4DB2-BD59-A6C34878D82A}">
                    <a16:rowId xmlns:a16="http://schemas.microsoft.com/office/drawing/2014/main" val="10002"/>
                  </a:ext>
                </a:extLst>
              </a:tr>
              <a:tr h="452449">
                <a:tc>
                  <a:txBody>
                    <a:bodyPr/>
                    <a:lstStyle/>
                    <a:p>
                      <a:pPr>
                        <a:buNone/>
                      </a:pPr>
                      <a:r>
                        <a:rPr lang="en-US" sz="2000" b="1" dirty="0">
                          <a:solidFill>
                            <a:schemeClr val="bg1"/>
                          </a:solidFill>
                          <a:latin typeface="Times New Roman" panose="02020603050405020304" pitchFamily="18" charset="0"/>
                          <a:cs typeface="Times New Roman" panose="02020603050405020304" pitchFamily="18" charset="0"/>
                        </a:rPr>
                        <a:t>Propagation Delay</a:t>
                      </a:r>
                    </a:p>
                  </a:txBody>
                  <a:tcPr anchor="ctr"/>
                </a:tc>
                <a:tc>
                  <a:txBody>
                    <a:bodyPr/>
                    <a:lstStyle/>
                    <a:p>
                      <a:pPr algn="ctr">
                        <a:buNone/>
                      </a:pPr>
                      <a:r>
                        <a:rPr lang="en-US" sz="2000" dirty="0">
                          <a:solidFill>
                            <a:schemeClr val="bg1"/>
                          </a:solidFill>
                          <a:latin typeface="Times New Roman" panose="02020603050405020304" pitchFamily="18" charset="0"/>
                          <a:cs typeface="Times New Roman" panose="02020603050405020304" pitchFamily="18" charset="0"/>
                        </a:rPr>
                        <a:t>8 ns</a:t>
                      </a:r>
                    </a:p>
                  </a:txBody>
                  <a:tcPr anchor="ctr"/>
                </a:tc>
                <a:tc>
                  <a:txBody>
                    <a:bodyPr/>
                    <a:lstStyle/>
                    <a:p>
                      <a:pPr algn="ctr">
                        <a:buNone/>
                      </a:pPr>
                      <a:r>
                        <a:rPr lang="en-US" sz="2000">
                          <a:solidFill>
                            <a:schemeClr val="bg1"/>
                          </a:solidFill>
                          <a:latin typeface="Times New Roman" panose="02020603050405020304" pitchFamily="18" charset="0"/>
                          <a:cs typeface="Times New Roman" panose="02020603050405020304" pitchFamily="18" charset="0"/>
                        </a:rPr>
                        <a:t>3 ns</a:t>
                      </a:r>
                    </a:p>
                  </a:txBody>
                  <a:tcPr anchor="ctr"/>
                </a:tc>
                <a:extLst>
                  <a:ext uri="{0D108BD9-81ED-4DB2-BD59-A6C34878D82A}">
                    <a16:rowId xmlns:a16="http://schemas.microsoft.com/office/drawing/2014/main" val="10003"/>
                  </a:ext>
                </a:extLst>
              </a:tr>
              <a:tr h="452449">
                <a:tc>
                  <a:txBody>
                    <a:bodyPr/>
                    <a:lstStyle/>
                    <a:p>
                      <a:pPr>
                        <a:buNone/>
                      </a:pPr>
                      <a:r>
                        <a:rPr lang="en-US" sz="2000" b="1" dirty="0">
                          <a:solidFill>
                            <a:schemeClr val="bg1"/>
                          </a:solidFill>
                          <a:latin typeface="Times New Roman" panose="02020603050405020304" pitchFamily="18" charset="0"/>
                          <a:cs typeface="Times New Roman" panose="02020603050405020304" pitchFamily="18" charset="0"/>
                        </a:rPr>
                        <a:t>Area</a:t>
                      </a:r>
                    </a:p>
                  </a:txBody>
                  <a:tcPr anchor="ctr"/>
                </a:tc>
                <a:tc>
                  <a:txBody>
                    <a:bodyPr/>
                    <a:lstStyle/>
                    <a:p>
                      <a:pPr algn="ctr">
                        <a:buNone/>
                      </a:pPr>
                      <a:r>
                        <a:rPr lang="en-US" sz="2000" dirty="0">
                          <a:solidFill>
                            <a:schemeClr val="bg1"/>
                          </a:solidFill>
                          <a:latin typeface="Times New Roman" panose="02020603050405020304" pitchFamily="18" charset="0"/>
                          <a:cs typeface="Times New Roman" panose="02020603050405020304" pitchFamily="18" charset="0"/>
                        </a:rPr>
                        <a:t>30 µm²</a:t>
                      </a:r>
                    </a:p>
                  </a:txBody>
                  <a:tcPr anchor="ctr"/>
                </a:tc>
                <a:tc>
                  <a:txBody>
                    <a:bodyPr/>
                    <a:lstStyle/>
                    <a:p>
                      <a:pPr algn="ctr">
                        <a:buNone/>
                      </a:pPr>
                      <a:r>
                        <a:rPr lang="en-US" sz="2000" dirty="0">
                          <a:solidFill>
                            <a:schemeClr val="bg1"/>
                          </a:solidFill>
                          <a:latin typeface="Times New Roman" panose="02020603050405020304" pitchFamily="18" charset="0"/>
                          <a:cs typeface="Times New Roman" panose="02020603050405020304" pitchFamily="18" charset="0"/>
                        </a:rPr>
                        <a:t>10 µm²</a:t>
                      </a:r>
                    </a:p>
                  </a:txBody>
                  <a:tcPr anchor="ctr"/>
                </a:tc>
                <a:extLst>
                  <a:ext uri="{0D108BD9-81ED-4DB2-BD59-A6C34878D82A}">
                    <a16:rowId xmlns:a16="http://schemas.microsoft.com/office/drawing/2014/main" val="10004"/>
                  </a:ext>
                </a:extLst>
              </a:tr>
              <a:tr h="473233">
                <a:tc>
                  <a:txBody>
                    <a:bodyPr/>
                    <a:lstStyle/>
                    <a:p>
                      <a:pPr>
                        <a:buNone/>
                      </a:pPr>
                      <a:r>
                        <a:rPr lang="en-US" sz="2000" b="1" dirty="0">
                          <a:solidFill>
                            <a:schemeClr val="bg1"/>
                          </a:solidFill>
                          <a:latin typeface="Times New Roman" panose="02020603050405020304" pitchFamily="18" charset="0"/>
                          <a:cs typeface="Times New Roman" panose="02020603050405020304" pitchFamily="18" charset="0"/>
                        </a:rPr>
                        <a:t>Speed</a:t>
                      </a:r>
                    </a:p>
                  </a:txBody>
                  <a:tcPr anchor="ctr"/>
                </a:tc>
                <a:tc>
                  <a:txBody>
                    <a:bodyPr/>
                    <a:lstStyle/>
                    <a:p>
                      <a:pPr algn="ctr">
                        <a:buNone/>
                      </a:pPr>
                      <a:r>
                        <a:rPr lang="en-US" sz="2000">
                          <a:solidFill>
                            <a:schemeClr val="bg1"/>
                          </a:solidFill>
                          <a:latin typeface="Times New Roman" panose="02020603050405020304" pitchFamily="18" charset="0"/>
                          <a:cs typeface="Times New Roman" panose="02020603050405020304" pitchFamily="18" charset="0"/>
                        </a:rPr>
                        <a:t>Medium</a:t>
                      </a:r>
                    </a:p>
                  </a:txBody>
                  <a:tcPr anchor="ctr"/>
                </a:tc>
                <a:tc>
                  <a:txBody>
                    <a:bodyPr/>
                    <a:lstStyle/>
                    <a:p>
                      <a:pPr algn="ctr">
                        <a:buNone/>
                      </a:pPr>
                      <a:r>
                        <a:rPr lang="en-US" sz="2000" dirty="0">
                          <a:solidFill>
                            <a:schemeClr val="bg1"/>
                          </a:solidFill>
                          <a:latin typeface="Times New Roman" panose="02020603050405020304" pitchFamily="18" charset="0"/>
                          <a:cs typeface="Times New Roman" panose="02020603050405020304" pitchFamily="18" charset="0"/>
                        </a:rPr>
                        <a:t>High</a:t>
                      </a:r>
                    </a:p>
                  </a:txBody>
                  <a:tcPr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17347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BBEE05B-09A8-8557-0E37-5C73F194EE12}"/>
              </a:ext>
            </a:extLst>
          </p:cNvPr>
          <p:cNvSpPr>
            <a:spLocks noGrp="1"/>
          </p:cNvSpPr>
          <p:nvPr>
            <p:ph type="title"/>
          </p:nvPr>
        </p:nvSpPr>
        <p:spPr>
          <a:xfrm>
            <a:off x="787480" y="67649"/>
            <a:ext cx="7429499" cy="1108928"/>
          </a:xfrm>
        </p:spPr>
        <p:txBody>
          <a:bodyPr>
            <a:normAutofit/>
          </a:bodyPr>
          <a:lstStyle/>
          <a:p>
            <a:pPr algn="ctr"/>
            <a:r>
              <a:rPr lang="en-US" sz="3000" b="1" dirty="0">
                <a:solidFill>
                  <a:srgbClr val="FF0000"/>
                </a:solidFill>
                <a:latin typeface="Times New Roman" panose="02020603050405020304" pitchFamily="18" charset="0"/>
                <a:cs typeface="Times New Roman" panose="02020603050405020304" pitchFamily="18" charset="0"/>
              </a:rPr>
              <a:t>APPLICATIONS</a:t>
            </a:r>
          </a:p>
        </p:txBody>
      </p:sp>
      <p:sp>
        <p:nvSpPr>
          <p:cNvPr id="7" name="Content Placeholder 6">
            <a:extLst>
              <a:ext uri="{FF2B5EF4-FFF2-40B4-BE49-F238E27FC236}">
                <a16:creationId xmlns:a16="http://schemas.microsoft.com/office/drawing/2014/main" id="{ECDCEED7-A9A4-697C-3FCB-F73205212CBA}"/>
              </a:ext>
            </a:extLst>
          </p:cNvPr>
          <p:cNvSpPr>
            <a:spLocks noGrp="1"/>
          </p:cNvSpPr>
          <p:nvPr>
            <p:ph idx="1"/>
          </p:nvPr>
        </p:nvSpPr>
        <p:spPr>
          <a:xfrm>
            <a:off x="787480" y="1328975"/>
            <a:ext cx="7429500" cy="2656286"/>
          </a:xfrm>
        </p:spPr>
        <p:txBody>
          <a:bodyPr>
            <a:noAutofit/>
          </a:bodyPr>
          <a:lstStyle/>
          <a:p>
            <a:pPr>
              <a:buSzPct val="100000"/>
            </a:pPr>
            <a:r>
              <a:rPr lang="en-US" sz="2400" dirty="0">
                <a:solidFill>
                  <a:schemeClr val="bg1"/>
                </a:solidFill>
                <a:latin typeface="Times New Roman" panose="02020603050405020304" pitchFamily="18" charset="0"/>
                <a:cs typeface="Times New Roman" panose="02020603050405020304" pitchFamily="18" charset="0"/>
              </a:rPr>
              <a:t> Digital Signal Processing (DSP) systems.</a:t>
            </a:r>
          </a:p>
          <a:p>
            <a:pPr>
              <a:buSzPct val="100000"/>
            </a:pPr>
            <a:r>
              <a:rPr lang="en-US" sz="2400" dirty="0">
                <a:solidFill>
                  <a:schemeClr val="bg1"/>
                </a:solidFill>
                <a:latin typeface="Times New Roman" panose="02020603050405020304" pitchFamily="18" charset="0"/>
                <a:cs typeface="Times New Roman" panose="02020603050405020304" pitchFamily="18" charset="0"/>
              </a:rPr>
              <a:t> Microprocessors and ALU circuits.</a:t>
            </a:r>
          </a:p>
          <a:p>
            <a:pPr>
              <a:buSzPct val="100000"/>
            </a:pPr>
            <a:r>
              <a:rPr lang="en-US" sz="2400" dirty="0">
                <a:solidFill>
                  <a:schemeClr val="bg1"/>
                </a:solidFill>
                <a:latin typeface="Times New Roman" panose="02020603050405020304" pitchFamily="18" charset="0"/>
                <a:cs typeface="Times New Roman" panose="02020603050405020304" pitchFamily="18" charset="0"/>
              </a:rPr>
              <a:t> Image processing applications.</a:t>
            </a:r>
          </a:p>
          <a:p>
            <a:pPr>
              <a:buSzPct val="100000"/>
            </a:pPr>
            <a:r>
              <a:rPr lang="en-US" sz="2400" dirty="0">
                <a:solidFill>
                  <a:schemeClr val="bg1"/>
                </a:solidFill>
                <a:latin typeface="Times New Roman" panose="02020603050405020304" pitchFamily="18" charset="0"/>
                <a:cs typeface="Times New Roman" panose="02020603050405020304" pitchFamily="18" charset="0"/>
              </a:rPr>
              <a:t> Communication systems.</a:t>
            </a:r>
          </a:p>
          <a:p>
            <a:pPr>
              <a:buSzPct val="100000"/>
            </a:pPr>
            <a:r>
              <a:rPr lang="en-US" sz="2400" dirty="0">
                <a:solidFill>
                  <a:schemeClr val="bg1"/>
                </a:solidFill>
                <a:latin typeface="Times New Roman" panose="02020603050405020304" pitchFamily="18" charset="0"/>
                <a:cs typeface="Times New Roman" panose="02020603050405020304" pitchFamily="18" charset="0"/>
              </a:rPr>
              <a:t> Low-power VLSI circuits.</a:t>
            </a:r>
          </a:p>
          <a:p>
            <a:pPr>
              <a:buSzPct val="100000"/>
            </a:pPr>
            <a:endParaRPr lang="en-US" sz="2400" dirty="0"/>
          </a:p>
        </p:txBody>
      </p:sp>
      <p:sp>
        <p:nvSpPr>
          <p:cNvPr id="3" name="Slide Number Placeholder 2">
            <a:extLst>
              <a:ext uri="{FF2B5EF4-FFF2-40B4-BE49-F238E27FC236}">
                <a16:creationId xmlns:a16="http://schemas.microsoft.com/office/drawing/2014/main" id="{2A0C76D2-0200-1414-5B88-5E0CCC371E08}"/>
              </a:ext>
            </a:extLst>
          </p:cNvPr>
          <p:cNvSpPr>
            <a:spLocks noGrp="1"/>
          </p:cNvSpPr>
          <p:nvPr>
            <p:ph type="sldNum" sz="quarter" idx="12"/>
          </p:nvPr>
        </p:nvSpPr>
        <p:spPr/>
        <p:txBody>
          <a:bodyPr/>
          <a:lstStyle/>
          <a:p>
            <a:fld id="{B6F15528-21DE-4FAA-801E-634DDDAF4B2B}" type="slidenum">
              <a:rPr lang="en-US" smtClean="0"/>
              <a:t>16</a:t>
            </a:fld>
            <a:endParaRPr lang="en-US"/>
          </a:p>
        </p:txBody>
      </p:sp>
    </p:spTree>
    <p:extLst>
      <p:ext uri="{BB962C8B-B14F-4D97-AF65-F5344CB8AC3E}">
        <p14:creationId xmlns:p14="http://schemas.microsoft.com/office/powerpoint/2010/main" val="4440561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748" name="Title 1"/>
          <p:cNvSpPr>
            <a:spLocks noGrp="1"/>
          </p:cNvSpPr>
          <p:nvPr>
            <p:ph type="title"/>
          </p:nvPr>
        </p:nvSpPr>
        <p:spPr>
          <a:xfrm>
            <a:off x="195067" y="408300"/>
            <a:ext cx="7704000" cy="572700"/>
          </a:xfrm>
        </p:spPr>
        <p:txBody>
          <a:bodyPr/>
          <a:lstStyle/>
          <a:p>
            <a:r>
              <a:rPr lang="en-US" dirty="0">
                <a:solidFill>
                  <a:schemeClr val="bg1"/>
                </a:solidFill>
                <a:latin typeface="Times New Roman" panose="02020603050405020304" pitchFamily="18" charset="0"/>
                <a:cs typeface="Times New Roman" panose="02020603050405020304" pitchFamily="18" charset="0"/>
              </a:rPr>
              <a:t>	</a:t>
            </a:r>
            <a:r>
              <a:rPr lang="en-US" sz="3000" b="1" dirty="0">
                <a:solidFill>
                  <a:schemeClr val="bg1"/>
                </a:solidFill>
                <a:latin typeface="Times New Roman" panose="02020603050405020304" pitchFamily="18" charset="0"/>
                <a:cs typeface="Times New Roman" panose="02020603050405020304" pitchFamily="18" charset="0"/>
              </a:rPr>
              <a:t>                         </a:t>
            </a:r>
            <a:r>
              <a:rPr lang="en-US" sz="3000" b="1" dirty="0">
                <a:solidFill>
                  <a:srgbClr val="FF0000"/>
                </a:solidFill>
                <a:latin typeface="Times New Roman" panose="02020603050405020304" pitchFamily="18" charset="0"/>
                <a:cs typeface="Times New Roman" panose="02020603050405020304" pitchFamily="18" charset="0"/>
              </a:rPr>
              <a:t>CONCLUSION</a:t>
            </a:r>
            <a:endParaRPr lang="en-IN" sz="3000" b="1" dirty="0">
              <a:solidFill>
                <a:srgbClr val="FF0000"/>
              </a:solidFill>
              <a:latin typeface="Times New Roman" panose="02020603050405020304" pitchFamily="18" charset="0"/>
              <a:cs typeface="Times New Roman" panose="02020603050405020304" pitchFamily="18" charset="0"/>
            </a:endParaRPr>
          </a:p>
        </p:txBody>
      </p:sp>
      <p:sp>
        <p:nvSpPr>
          <p:cNvPr id="1048749" name="Text Placeholder 2"/>
          <p:cNvSpPr>
            <a:spLocks noGrp="1"/>
          </p:cNvSpPr>
          <p:nvPr>
            <p:ph type="body" idx="1"/>
          </p:nvPr>
        </p:nvSpPr>
        <p:spPr>
          <a:xfrm>
            <a:off x="720000" y="1215750"/>
            <a:ext cx="7704000" cy="3519450"/>
          </a:xfrm>
        </p:spPr>
        <p:txBody>
          <a:bodyPr/>
          <a:lstStyle/>
          <a:p>
            <a:pPr algn="just">
              <a:lnSpc>
                <a:spcPct val="100000"/>
              </a:lnSpc>
              <a:buSzPct val="1000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As we used MGDI Technology transistor count is reduced.</a:t>
            </a:r>
          </a:p>
          <a:p>
            <a:pPr algn="just">
              <a:lnSpc>
                <a:spcPct val="100000"/>
              </a:lnSpc>
              <a:buSzPct val="1000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Power consumption is reduced compared to CMOS design.</a:t>
            </a:r>
          </a:p>
          <a:p>
            <a:pPr algn="just">
              <a:lnSpc>
                <a:spcPct val="150000"/>
              </a:lnSpc>
              <a:buSzPct val="1000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Circuit performance and efficiency are improved.</a:t>
            </a:r>
          </a:p>
          <a:p>
            <a:pPr algn="just">
              <a:lnSpc>
                <a:spcPct val="150000"/>
              </a:lnSpc>
              <a:buSzPct val="1000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Suitable for low-power VLSI applications.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A7A6F-F245-E1FE-77EB-9E4426E7B1BA}"/>
              </a:ext>
            </a:extLst>
          </p:cNvPr>
          <p:cNvSpPr>
            <a:spLocks noGrp="1"/>
          </p:cNvSpPr>
          <p:nvPr>
            <p:ph type="title"/>
          </p:nvPr>
        </p:nvSpPr>
        <p:spPr>
          <a:xfrm>
            <a:off x="856059" y="137318"/>
            <a:ext cx="7429499" cy="914242"/>
          </a:xfrm>
        </p:spPr>
        <p:txBody>
          <a:bodyPr>
            <a:normAutofit/>
          </a:bodyPr>
          <a:lstStyle/>
          <a:p>
            <a:pPr algn="ctr"/>
            <a:r>
              <a:rPr lang="en-US" sz="3000" b="1" dirty="0">
                <a:solidFill>
                  <a:srgbClr val="FF0000"/>
                </a:solidFill>
                <a:latin typeface="Times New Roman" panose="02020603050405020304" pitchFamily="18" charset="0"/>
                <a:cs typeface="Times New Roman" panose="02020603050405020304" pitchFamily="18" charset="0"/>
              </a:rPr>
              <a:t>references</a:t>
            </a:r>
          </a:p>
        </p:txBody>
      </p:sp>
      <p:sp>
        <p:nvSpPr>
          <p:cNvPr id="3" name="Slide Number Placeholder 2">
            <a:extLst>
              <a:ext uri="{FF2B5EF4-FFF2-40B4-BE49-F238E27FC236}">
                <a16:creationId xmlns:a16="http://schemas.microsoft.com/office/drawing/2014/main" id="{97D79241-1C7C-55A1-76BA-DFBA5B48F53B}"/>
              </a:ext>
            </a:extLst>
          </p:cNvPr>
          <p:cNvSpPr>
            <a:spLocks noGrp="1"/>
          </p:cNvSpPr>
          <p:nvPr>
            <p:ph type="sldNum" sz="quarter" idx="12"/>
          </p:nvPr>
        </p:nvSpPr>
        <p:spPr/>
        <p:txBody>
          <a:bodyPr/>
          <a:lstStyle/>
          <a:p>
            <a:fld id="{B6F15528-21DE-4FAA-801E-634DDDAF4B2B}" type="slidenum">
              <a:rPr lang="en-US" smtClean="0"/>
              <a:t>18</a:t>
            </a:fld>
            <a:endParaRPr lang="en-US"/>
          </a:p>
        </p:txBody>
      </p:sp>
      <p:sp>
        <p:nvSpPr>
          <p:cNvPr id="5" name="TextBox 4">
            <a:extLst>
              <a:ext uri="{FF2B5EF4-FFF2-40B4-BE49-F238E27FC236}">
                <a16:creationId xmlns:a16="http://schemas.microsoft.com/office/drawing/2014/main" id="{624D7589-700F-482E-5B3F-1BEC9639AFAC}"/>
              </a:ext>
            </a:extLst>
          </p:cNvPr>
          <p:cNvSpPr txBox="1"/>
          <p:nvPr/>
        </p:nvSpPr>
        <p:spPr>
          <a:xfrm>
            <a:off x="359092" y="912754"/>
            <a:ext cx="8594952" cy="3785652"/>
          </a:xfrm>
          <a:prstGeom prst="rect">
            <a:avLst/>
          </a:prstGeom>
          <a:noFill/>
        </p:spPr>
        <p:txBody>
          <a:bodyPr wrap="square">
            <a:spAutoFit/>
          </a:bodyPr>
          <a:lstStyle/>
          <a:p>
            <a:pPr marL="342900"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Bini Joy, N. Akshaya, and M. Sathia Priya, ―Design of Multiplier Using GDI Technique, International Journal of Advanced Research in Science and Engineering, vol. 4, Special Issue 2, pp. 373–375, Feb. 2025.</a:t>
            </a:r>
          </a:p>
          <a:p>
            <a:pPr marL="342900"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J. Aditya, N. Reddy, G. S. Krishna, and P. Bikki, “Novel High-Speed Vedic Multiplier”, Research Gate, Mar. 2024.</a:t>
            </a:r>
          </a:p>
          <a:p>
            <a:pPr marL="342900" indent="-342900">
              <a:buFont typeface="Arial" panose="020B0604020202020204" pitchFamily="34" charset="0"/>
              <a:buChar char="•"/>
            </a:pPr>
            <a:r>
              <a:rPr lang="en-US" sz="2000" dirty="0">
                <a:solidFill>
                  <a:schemeClr val="bg1"/>
                </a:solidFill>
                <a:latin typeface="Times New Roman" panose="02020603050405020304" pitchFamily="18" charset="0"/>
                <a:cs typeface="Times New Roman" panose="02020603050405020304" pitchFamily="18" charset="0"/>
              </a:rPr>
              <a:t>Rama Krishna Reddy, R. Tarun, C. A. Kumar, and M. V. Rao, “An Efficient Adiabatic 4-Bit Array Multiplier for Low Power Applications,” International Journal of Advanced Research in Innovative Ideas in Engineering, vol. 10, no. 2, pp. 3711–3712, 2024.</a:t>
            </a:r>
          </a:p>
          <a:p>
            <a:pPr marL="342900" indent="-342900">
              <a:buFont typeface="Arial" panose="020B0604020202020204" pitchFamily="34" charset="0"/>
              <a:buChar char="•"/>
            </a:pPr>
            <a:r>
              <a:rPr lang="en-US" sz="2000" dirty="0" err="1">
                <a:solidFill>
                  <a:schemeClr val="bg1"/>
                </a:solidFill>
                <a:latin typeface="Times New Roman" panose="02020603050405020304" pitchFamily="18" charset="0"/>
                <a:cs typeface="Times New Roman" panose="02020603050405020304" pitchFamily="18" charset="0"/>
              </a:rPr>
              <a:t>Reddaf</a:t>
            </a:r>
            <a:r>
              <a:rPr lang="en-US" sz="2000" dirty="0">
                <a:solidFill>
                  <a:schemeClr val="bg1"/>
                </a:solidFill>
                <a:latin typeface="Times New Roman" panose="02020603050405020304" pitchFamily="18" charset="0"/>
                <a:cs typeface="Times New Roman" panose="02020603050405020304" pitchFamily="18" charset="0"/>
              </a:rPr>
              <a:t> et al., “Modeling of Schottky Diode and Optimal Matching Circuit Design for Low Power RF Energy Harvesting”, </a:t>
            </a:r>
            <a:r>
              <a:rPr lang="en-US" sz="2000" dirty="0" err="1">
                <a:solidFill>
                  <a:schemeClr val="bg1"/>
                </a:solidFill>
                <a:latin typeface="Times New Roman" panose="02020603050405020304" pitchFamily="18" charset="0"/>
                <a:cs typeface="Times New Roman" panose="02020603050405020304" pitchFamily="18" charset="0"/>
              </a:rPr>
              <a:t>Heliyon</a:t>
            </a:r>
            <a:r>
              <a:rPr lang="en-US" sz="2000" dirty="0">
                <a:solidFill>
                  <a:schemeClr val="bg1"/>
                </a:solidFill>
                <a:latin typeface="Times New Roman" panose="02020603050405020304" pitchFamily="18" charset="0"/>
                <a:cs typeface="Times New Roman" panose="02020603050405020304" pitchFamily="18" charset="0"/>
              </a:rPr>
              <a:t>, vol. 10, p. e27792, 2023.</a:t>
            </a:r>
          </a:p>
        </p:txBody>
      </p:sp>
    </p:spTree>
    <p:extLst>
      <p:ext uri="{BB962C8B-B14F-4D97-AF65-F5344CB8AC3E}">
        <p14:creationId xmlns:p14="http://schemas.microsoft.com/office/powerpoint/2010/main" val="16569913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413"/>
        <p:cNvGrpSpPr/>
        <p:nvPr/>
      </p:nvGrpSpPr>
      <p:grpSpPr>
        <a:xfrm>
          <a:off x="0" y="0"/>
          <a:ext cx="0" cy="0"/>
          <a:chOff x="0" y="0"/>
          <a:chExt cx="0" cy="0"/>
        </a:xfrm>
      </p:grpSpPr>
      <p:sp>
        <p:nvSpPr>
          <p:cNvPr id="1048751" name="Google Shape;414;p43"/>
          <p:cNvSpPr txBox="1">
            <a:spLocks noGrp="1"/>
          </p:cNvSpPr>
          <p:nvPr>
            <p:ph type="title"/>
          </p:nvPr>
        </p:nvSpPr>
        <p:spPr>
          <a:xfrm>
            <a:off x="1864583" y="1583266"/>
            <a:ext cx="5855100" cy="1395386"/>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r>
              <a:rPr lang="en" dirty="0">
                <a:solidFill>
                  <a:schemeClr val="bg1"/>
                </a:solidFill>
                <a:latin typeface="Times New Roman" panose="02020603050405020304" pitchFamily="18" charset="0"/>
                <a:cs typeface="Times New Roman" panose="02020603050405020304" pitchFamily="18" charset="0"/>
              </a:rPr>
              <a:t>THANK YOU !</a:t>
            </a:r>
            <a:endParaRPr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fillRect/>
          </a:stretch>
        </a:blip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Wisp</Template>
  <TotalTime>7119</TotalTime>
  <Words>942</Words>
  <Application>Microsoft Office PowerPoint</Application>
  <PresentationFormat>On-screen Show (16:9)</PresentationFormat>
  <Paragraphs>129</Paragraphs>
  <Slides>19</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Constantia</vt:lpstr>
      <vt:lpstr>Poppins</vt:lpstr>
      <vt:lpstr>Tw Cen MT</vt:lpstr>
      <vt:lpstr>Times New Roman</vt:lpstr>
      <vt:lpstr>Arial</vt:lpstr>
      <vt:lpstr>Hanken Grotesk</vt:lpstr>
      <vt:lpstr>Circuit</vt:lpstr>
      <vt:lpstr>PowerPoint Presentation</vt:lpstr>
      <vt:lpstr>                          CONTENTS</vt:lpstr>
      <vt:lpstr>                             OBJECTIVE</vt:lpstr>
      <vt:lpstr>                           INTRODUCTION </vt:lpstr>
      <vt:lpstr>                  LITERATURE SURVEY</vt:lpstr>
      <vt:lpstr>                          EXISTING MODEL</vt:lpstr>
      <vt:lpstr>     LIMITATIONS OF EXISTING MODEL</vt:lpstr>
      <vt:lpstr>Proposed design</vt:lpstr>
      <vt:lpstr>CMOS to MGDI Implementation  .</vt:lpstr>
      <vt:lpstr>PowerPoint Presentation</vt:lpstr>
      <vt:lpstr>PowerPoint Presentation</vt:lpstr>
      <vt:lpstr>WORKING MODEL</vt:lpstr>
      <vt:lpstr>PowerPoint Presentation</vt:lpstr>
      <vt:lpstr>                           result</vt:lpstr>
      <vt:lpstr>COMPARISION TABLE</vt:lpstr>
      <vt:lpstr>APPLICATIONS</vt:lpstr>
      <vt:lpstr>                          CONCLUSION</vt:lpstr>
      <vt:lpstr>references</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saritha K.N</dc:creator>
  <cp:lastModifiedBy>Chinmayi Sri Sailam Balaji</cp:lastModifiedBy>
  <cp:revision>32</cp:revision>
  <dcterms:created xsi:type="dcterms:W3CDTF">2026-03-02T22:08:40Z</dcterms:created>
  <dcterms:modified xsi:type="dcterms:W3CDTF">2026-04-08T18:11:50Z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4bbd868a2f4f4bd8b64ddbcac651bc49</vt:lpwstr>
  </property>
</Properties>
</file>